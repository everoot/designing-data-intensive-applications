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8bea22879940bd" /><Relationship Type="http://schemas.openxmlformats.org/officeDocument/2006/relationships/extended-properties" Target="/docProps/app.xml" Id="Ra1eab6a90fb6424b" /><Relationship Type="http://schemas.openxmlformats.org/officeDocument/2006/relationships/officeDocument" Target="/ppt/presentation.xml" Id="R7bc759b895394d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8e7a8947244c2c"/>
  </p:sldMasterIdLst>
  <p:notesMasterIdLst>
    <p:notesMasterId xmlns:r="http://schemas.openxmlformats.org/officeDocument/2006/relationships" r:id="R3ba3d564c9ef4128"/>
  </p:notesMasterIdLst>
  <p:sldIdLst>
    <p:sldId xmlns:r="http://schemas.openxmlformats.org/officeDocument/2006/relationships" id="256" r:id="R2d7cf4b2541b4f9e"/>
    <p:sldId xmlns:r="http://schemas.openxmlformats.org/officeDocument/2006/relationships" id="257" r:id="R4e36d7b8c885409e"/>
    <p:sldId xmlns:r="http://schemas.openxmlformats.org/officeDocument/2006/relationships" id="258" r:id="Rf1f795d424f64a39"/>
    <p:sldId xmlns:r="http://schemas.openxmlformats.org/officeDocument/2006/relationships" id="259" r:id="Ra9bad7ef618a427f"/>
    <p:sldId xmlns:r="http://schemas.openxmlformats.org/officeDocument/2006/relationships" id="260" r:id="Rfccb820cb8414380"/>
    <p:sldId xmlns:r="http://schemas.openxmlformats.org/officeDocument/2006/relationships" id="261" r:id="R653d3adb00dc439f"/>
    <p:sldId xmlns:r="http://schemas.openxmlformats.org/officeDocument/2006/relationships" id="262" r:id="Rb41c81dc1ea74203"/>
    <p:sldId xmlns:r="http://schemas.openxmlformats.org/officeDocument/2006/relationships" id="263" r:id="Raa62fb225d7b45e9"/>
    <p:sldId xmlns:r="http://schemas.openxmlformats.org/officeDocument/2006/relationships" id="264" r:id="R84e7670e02e04476"/>
    <p:sldId xmlns:r="http://schemas.openxmlformats.org/officeDocument/2006/relationships" id="265" r:id="R799b13fde2b3426c"/>
    <p:sldId xmlns:r="http://schemas.openxmlformats.org/officeDocument/2006/relationships" id="266" r:id="Rcbb9cc70322647a3"/>
    <p:sldId xmlns:r="http://schemas.openxmlformats.org/officeDocument/2006/relationships" id="267" r:id="Rc4f6c59d080846d7"/>
    <p:sldId xmlns:r="http://schemas.openxmlformats.org/officeDocument/2006/relationships" id="268" r:id="Rc827a219b44b4a0f"/>
    <p:sldId xmlns:r="http://schemas.openxmlformats.org/officeDocument/2006/relationships" id="269" r:id="Rc2e42785a5d54a93"/>
    <p:sldId xmlns:r="http://schemas.openxmlformats.org/officeDocument/2006/relationships" id="270" r:id="R83b1c8f860bf46f4"/>
    <p:sldId xmlns:r="http://schemas.openxmlformats.org/officeDocument/2006/relationships" id="271" r:id="R19d88c5b0b14418c"/>
    <p:sldId xmlns:r="http://schemas.openxmlformats.org/officeDocument/2006/relationships" id="272" r:id="R115548bdc1ae44e2"/>
    <p:sldId xmlns:r="http://schemas.openxmlformats.org/officeDocument/2006/relationships" id="273" r:id="R5bb5e7bee3f842f1"/>
    <p:sldId xmlns:r="http://schemas.openxmlformats.org/officeDocument/2006/relationships" id="274" r:id="R486c7d2d66c6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e769830704731" /><Relationship Type="http://schemas.openxmlformats.org/officeDocument/2006/relationships/slideMaster" Target="/ppt/slideMasters/slideMaster1.xml" Id="R168e7a8947244c2c" /><Relationship Type="http://schemas.openxmlformats.org/officeDocument/2006/relationships/notesMaster" Target="/ppt/notesMasters/notesMaster1.xml" Id="R3ba3d564c9ef4128" /><Relationship Type="http://schemas.openxmlformats.org/officeDocument/2006/relationships/presProps" Target="/ppt/presProps.xml" Id="Rd00bd28ec36b46fa" /><Relationship Type="http://schemas.openxmlformats.org/officeDocument/2006/relationships/tableStyles" Target="/ppt/tableStyles.xml" Id="R4da5cea3b6034310" /><Relationship Type="http://schemas.openxmlformats.org/officeDocument/2006/relationships/slide" Target="/ppt/slides/slide1.xml" Id="R2d7cf4b2541b4f9e" /><Relationship Type="http://schemas.openxmlformats.org/officeDocument/2006/relationships/slide" Target="/ppt/slides/slide2.xml" Id="R4e36d7b8c885409e" /><Relationship Type="http://schemas.openxmlformats.org/officeDocument/2006/relationships/slide" Target="/ppt/slides/slide3.xml" Id="Rf1f795d424f64a39" /><Relationship Type="http://schemas.openxmlformats.org/officeDocument/2006/relationships/slide" Target="/ppt/slides/slide4.xml" Id="Ra9bad7ef618a427f" /><Relationship Type="http://schemas.openxmlformats.org/officeDocument/2006/relationships/slide" Target="/ppt/slides/slide5.xml" Id="Rfccb820cb8414380" /><Relationship Type="http://schemas.openxmlformats.org/officeDocument/2006/relationships/slide" Target="/ppt/slides/slide6.xml" Id="R653d3adb00dc439f" /><Relationship Type="http://schemas.openxmlformats.org/officeDocument/2006/relationships/slide" Target="/ppt/slides/slide7.xml" Id="Rb41c81dc1ea74203" /><Relationship Type="http://schemas.openxmlformats.org/officeDocument/2006/relationships/slide" Target="/ppt/slides/slide8.xml" Id="Raa62fb225d7b45e9" /><Relationship Type="http://schemas.openxmlformats.org/officeDocument/2006/relationships/slide" Target="/ppt/slides/slide9.xml" Id="R84e7670e02e04476" /><Relationship Type="http://schemas.openxmlformats.org/officeDocument/2006/relationships/slide" Target="/ppt/slides/slide10.xml" Id="R799b13fde2b3426c" /><Relationship Type="http://schemas.openxmlformats.org/officeDocument/2006/relationships/slide" Target="/ppt/slides/slide11.xml" Id="Rcbb9cc70322647a3" /><Relationship Type="http://schemas.openxmlformats.org/officeDocument/2006/relationships/slide" Target="/ppt/slides/slide12.xml" Id="Rc4f6c59d080846d7" /><Relationship Type="http://schemas.openxmlformats.org/officeDocument/2006/relationships/slide" Target="/ppt/slides/slide13.xml" Id="Rc827a219b44b4a0f" /><Relationship Type="http://schemas.openxmlformats.org/officeDocument/2006/relationships/slide" Target="/ppt/slides/slide14.xml" Id="Rc2e42785a5d54a93" /><Relationship Type="http://schemas.openxmlformats.org/officeDocument/2006/relationships/slide" Target="/ppt/slides/slide15.xml" Id="R83b1c8f860bf46f4" /><Relationship Type="http://schemas.openxmlformats.org/officeDocument/2006/relationships/slide" Target="/ppt/slides/slide16.xml" Id="R19d88c5b0b14418c" /><Relationship Type="http://schemas.openxmlformats.org/officeDocument/2006/relationships/slide" Target="/ppt/slides/slide17.xml" Id="R115548bdc1ae44e2" /><Relationship Type="http://schemas.openxmlformats.org/officeDocument/2006/relationships/slide" Target="/ppt/slides/slide18.xml" Id="R5bb5e7bee3f842f1" /><Relationship Type="http://schemas.openxmlformats.org/officeDocument/2006/relationships/slide" Target="/ppt/slides/slide19.xml" Id="R486c7d2d66c6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f4e25120f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3b49f7ab34958" /><Relationship Type="http://schemas.openxmlformats.org/officeDocument/2006/relationships/notesMaster" Target="/ppt/notesMasters/notesMaster1.xml" Id="R122edf8943ac4e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b9d82ea58457b" /><Relationship Type="http://schemas.openxmlformats.org/officeDocument/2006/relationships/notesMaster" Target="/ppt/notesMasters/notesMaster1.xml" Id="Rd87b6c45e95848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3c376c85514bbd" /><Relationship Type="http://schemas.openxmlformats.org/officeDocument/2006/relationships/notesMaster" Target="/ppt/notesMasters/notesMaster1.xml" Id="R5f47dd922de5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bae67369094b77" /><Relationship Type="http://schemas.openxmlformats.org/officeDocument/2006/relationships/notesMaster" Target="/ppt/notesMasters/notesMaster1.xml" Id="R08a9a174ec81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89aa7123484e8d" /><Relationship Type="http://schemas.openxmlformats.org/officeDocument/2006/relationships/notesMaster" Target="/ppt/notesMasters/notesMaster1.xml" Id="R4eb9f837ba354c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3df9682d8a4f3f" /><Relationship Type="http://schemas.openxmlformats.org/officeDocument/2006/relationships/notesMaster" Target="/ppt/notesMasters/notesMaster1.xml" Id="Rd8e8586a9cad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7c59ed2bf4b6c" /><Relationship Type="http://schemas.openxmlformats.org/officeDocument/2006/relationships/notesMaster" Target="/ppt/notesMasters/notesMaster1.xml" Id="R78a4c241193c44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7bcb0ff89d4193" /><Relationship Type="http://schemas.openxmlformats.org/officeDocument/2006/relationships/notesMaster" Target="/ppt/notesMasters/notesMaster1.xml" Id="R62ac04e04cf84b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ca964ffba14a26" /><Relationship Type="http://schemas.openxmlformats.org/officeDocument/2006/relationships/notesMaster" Target="/ppt/notesMasters/notesMaster1.xml" Id="R2b4e4efb353140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355ba2a7a648f0" /><Relationship Type="http://schemas.openxmlformats.org/officeDocument/2006/relationships/notesMaster" Target="/ppt/notesMasters/notesMaster1.xml" Id="R381056abb74848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b6f09aff524cf8" /><Relationship Type="http://schemas.openxmlformats.org/officeDocument/2006/relationships/notesMaster" Target="/ppt/notesMasters/notesMaster1.xml" Id="Rf7158e1ef58345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576fe3c43146b3" /><Relationship Type="http://schemas.openxmlformats.org/officeDocument/2006/relationships/notesMaster" Target="/ppt/notesMasters/notesMaster1.xml" Id="R6b74604077b145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048af8597e4a02" /><Relationship Type="http://schemas.openxmlformats.org/officeDocument/2006/relationships/notesMaster" Target="/ppt/notesMasters/notesMaster1.xml" Id="R3ee9522f0bb64d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f5ee1f3a044580" /><Relationship Type="http://schemas.openxmlformats.org/officeDocument/2006/relationships/notesMaster" Target="/ppt/notesMasters/notesMaster1.xml" Id="Rb3bf0423cd534d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a310e25bd84557" /><Relationship Type="http://schemas.openxmlformats.org/officeDocument/2006/relationships/notesMaster" Target="/ppt/notesMasters/notesMaster1.xml" Id="Rfb96632b251647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3e44cab3e9444e" /><Relationship Type="http://schemas.openxmlformats.org/officeDocument/2006/relationships/notesMaster" Target="/ppt/notesMasters/notesMaster1.xml" Id="Rc4834617436a48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ff9402e99147e4" /><Relationship Type="http://schemas.openxmlformats.org/officeDocument/2006/relationships/notesMaster" Target="/ppt/notesMasters/notesMaster1.xml" Id="Rd2a52bab9bb046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877587a9cf4047" /><Relationship Type="http://schemas.openxmlformats.org/officeDocument/2006/relationships/notesMaster" Target="/ppt/notesMasters/notesMaster1.xml" Id="R9224e3e0eb8246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77458140f7404b" /><Relationship Type="http://schemas.openxmlformats.org/officeDocument/2006/relationships/notesMaster" Target="/ppt/notesMasters/notesMaster1.xml" Id="R51c2a977e6d547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Figure 2-1, PDF page 58. Original caption: Figure 2-1. A simple relational schema for a social network in which users can follow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Figure 2-2, PDF page 60. Original caption: Figure 2-2. Fan-out: delivering new posts to every follower of the user who made the post</a:t>
            </a:r>
          </a:p>
          <a:p xmlns:a="http://schemas.openxmlformats.org/drawingml/2006/main">
            <a:r>
              <a:t>Explanation: 一次写入被复制到许多关注者时间线。 读取更快，但热门用户会造成严重的写放大。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Figure 2-3, PDF page 61. Original caption: Figure 2-3. As the throughput of a service approaches its capacity, the response time</a:t>
            </a:r>
          </a:p>
          <a:p xmlns:a="http://schemas.openxmlformats.org/drawingml/2006/main">
            <a:r>
              <a:t>Explanation: 该图把负载、排队与响应时间分布联系起来。 尾延迟通常早于平均值恶化，扇出请求还会进一步放大它。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Figure 2-4, PDF page 63. Original caption: Figure 2-4. Response time, service time, network latency, and queueing delay</a:t>
            </a:r>
          </a:p>
          <a:p xmlns:a="http://schemas.openxmlformats.org/drawingml/2006/main">
            <a:r>
              <a:t>Explanation: 该图把负载、排队与响应时间分布联系起来。 尾延迟通常早于平均值恶化，扇出请求还会进一步放大它。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Figure 2-5, PDF page 64. Original caption: Figure 2-5. Illustrating mean and percentiles: response times for a sample of 100 requests</a:t>
            </a:r>
          </a:p>
          <a:p xmlns:a="http://schemas.openxmlformats.org/drawingml/2006/main">
            <a:r>
              <a:t>Explanation: 该图把负载、排队与响应时间分布联系起来。 尾延迟通常早于平均值恶化，扇出请求还会进一步放大它。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Figure 2-6, PDF page 66. Original caption: Figure 2-6. When several backend calls are needed to serve a request, just a single slow</a:t>
            </a:r>
          </a:p>
          <a:p xmlns:a="http://schemas.openxmlformats.org/drawingml/2006/main">
            <a:r>
              <a:t>Explanation: 该图把负载、排队与响应时间分布联系起来。 尾延迟通常早于平均值恶化，扇出请求还会进一步放大它。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2, book pages 33-56.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8d8225d424e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3161b6ce14efa" /><Relationship Type="http://schemas.openxmlformats.org/officeDocument/2006/relationships/slideLayout" Target="/ppt/slideLayouts/slideLayout1.xml" Id="R16bb3c223f6e49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bb3c223f6e49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8cf5b1574168" /><Relationship Type="http://schemas.openxmlformats.org/officeDocument/2006/relationships/notesSlide" Target="/ppt/notesSlides/notesSlide1.xml" Id="R5a3cedd71be54a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dffc87a094fbd" /><Relationship Type="http://schemas.openxmlformats.org/officeDocument/2006/relationships/notesSlide" Target="/ppt/notesSlides/notesSlide2.xml" Id="Ra1de29e6ccbc49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2e4dd744e4f82" /><Relationship Type="http://schemas.openxmlformats.org/officeDocument/2006/relationships/notesSlide" Target="/ppt/notesSlides/notesSlide3.xml" Id="R1ae1811bb82e49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c49e6232042cf" /><Relationship Type="http://schemas.openxmlformats.org/officeDocument/2006/relationships/notesSlide" Target="/ppt/notesSlides/notesSlide4.xml" Id="R632a1203e1bb46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13a66a5074a89" /><Relationship Type="http://schemas.openxmlformats.org/officeDocument/2006/relationships/image" Target="/ppt/media/image.png" Id="Ra3ed077385d4455c" /><Relationship Type="http://schemas.openxmlformats.org/officeDocument/2006/relationships/notesSlide" Target="/ppt/notesSlides/notesSlide5.xml" Id="R49e17f6618ff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8957bf85c45b6" /><Relationship Type="http://schemas.openxmlformats.org/officeDocument/2006/relationships/image" Target="/ppt/media/image2.png" Id="Rb51a0ba7c67c4e35" /><Relationship Type="http://schemas.openxmlformats.org/officeDocument/2006/relationships/notesSlide" Target="/ppt/notesSlides/notesSlide6.xml" Id="R83425bd80e4b48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9cf1fcf384662" /><Relationship Type="http://schemas.openxmlformats.org/officeDocument/2006/relationships/notesSlide" Target="/ppt/notesSlides/notesSlide7.xml" Id="R451946b5712c4a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efd74a94d4911" /><Relationship Type="http://schemas.openxmlformats.org/officeDocument/2006/relationships/notesSlide" Target="/ppt/notesSlides/notesSlide8.xml" Id="R8457cc7ef4f44b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979abf1224755" /><Relationship Type="http://schemas.openxmlformats.org/officeDocument/2006/relationships/image" Target="/ppt/media/image3.png" Id="R42f0490621a74fbe" /><Relationship Type="http://schemas.openxmlformats.org/officeDocument/2006/relationships/notesSlide" Target="/ppt/notesSlides/notesSlide9.xml" Id="R14239e07a8cc42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dcbe9a83f40ce" /><Relationship Type="http://schemas.openxmlformats.org/officeDocument/2006/relationships/image" Target="/ppt/media/image4.png" Id="R281ac0ce02ce448b" /><Relationship Type="http://schemas.openxmlformats.org/officeDocument/2006/relationships/notesSlide" Target="/ppt/notesSlides/notesSlide10.xml" Id="R9df8f29f7b7944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752e85e204dcd" /><Relationship Type="http://schemas.openxmlformats.org/officeDocument/2006/relationships/image" Target="/ppt/media/image5.png" Id="Ref8e1ee126254d0d" /><Relationship Type="http://schemas.openxmlformats.org/officeDocument/2006/relationships/notesSlide" Target="/ppt/notesSlides/notesSlide11.xml" Id="Rdf486c2122d54d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cbb700e0f4513" /><Relationship Type="http://schemas.openxmlformats.org/officeDocument/2006/relationships/image" Target="/ppt/media/image6.png" Id="Rdb4eac5f0f704df1" /><Relationship Type="http://schemas.openxmlformats.org/officeDocument/2006/relationships/notesSlide" Target="/ppt/notesSlides/notesSlide12.xml" Id="Ra68db6b6d5714a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6c932f49a4ee2" /><Relationship Type="http://schemas.openxmlformats.org/officeDocument/2006/relationships/notesSlide" Target="/ppt/notesSlides/notesSlide13.xml" Id="R823265e1cd3c4e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ba97456584f7b" /><Relationship Type="http://schemas.openxmlformats.org/officeDocument/2006/relationships/notesSlide" Target="/ppt/notesSlides/notesSlide14.xml" Id="Rfbdb343bf78a4f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1eed5b8084ce1" /><Relationship Type="http://schemas.openxmlformats.org/officeDocument/2006/relationships/notesSlide" Target="/ppt/notesSlides/notesSlide15.xml" Id="R6f5debdfa86a49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c4ae0c08c412f" /><Relationship Type="http://schemas.openxmlformats.org/officeDocument/2006/relationships/notesSlide" Target="/ppt/notesSlides/notesSlide16.xml" Id="R7962ba0293d749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8263a99f64fea" /><Relationship Type="http://schemas.openxmlformats.org/officeDocument/2006/relationships/notesSlide" Target="/ppt/notesSlides/notesSlide17.xml" Id="Rb89101b1ca3741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528c4b30e4036" /><Relationship Type="http://schemas.openxmlformats.org/officeDocument/2006/relationships/notesSlide" Target="/ppt/notesSlides/notesSlide18.xml" Id="R70e3400f1f464e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43889a06a48af" /><Relationship Type="http://schemas.openxmlformats.org/officeDocument/2006/relationships/notesSlide" Target="/ppt/notesSlides/notesSlide19.xml" Id="R601a61ab3cc845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0FE90-E762-4F15-B09C-D5C17EBA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2BC71-7EF3-432F-8D82-DF158CDC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定义非功能需求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2B32E-8D31-4C39-A987-C733ADC0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Defining Nonfunctional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6E312-EACA-467A-8F5A-2E1EBA48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B5CCB-DAA0-4EEC-B2B4-4975EC8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19</a:t>
            </a:r>
          </a:p>
        </p:txBody>
      </p:sp>
    </p:spTree>
    <p:extLst>
      <p:ext uri="{BB962C8B-B14F-4D97-AF65-F5344CB8AC3E}">
        <p14:creationId xmlns:p14="http://schemas.microsoft.com/office/powerpoint/2010/main" val="1324682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6D063-281E-4FDB-9CE8-C2B964C8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EEFB4-4E5D-4369-8CDE-7E0A7194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4AFCF-8BEF-40C7-A6F5-7967298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3D0B5-9EE1-426B-9D54-9AF721C2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34B1E-F9FE-4DB1-A00D-67E7190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从需求到指标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B4C44-FCAE-4053-9A3D-5A13354A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功能需求说明系统做什么，非功能需求定义系统做到什么程度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06AF6-AB4D-43EF-956A-16D12D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C4641-A84A-4353-A27D-5823E455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延迟与吞吐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2FBC9-D94C-4119-A19C-5E3B7741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响应时间包含服务时间和排队等待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F7DD8-1758-4557-B009-3330E2AA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7DFD7-CA2B-4506-80C6-3AAFFB54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可靠性与容错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D58E2-9475-4849-9259-AB04164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故障不可避免，容错目标是让故障不演变为服务失效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A6C2B-2591-4944-9D9B-3A58C2A4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A1015-A597-4B6A-B0DD-E10DC9B6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可扩展性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E56B2-BD14-4937-8387-C0550B97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先用请求率、读写比、数据量和热点描述负载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CA235-0128-44C0-9127-77DE215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A41B2-DC3E-4280-A03B-DBE9EBB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可维护性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3D409-822B-426C-BD65-97CA7F16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可运维性让系统状态可见、故障可诊断</a:t>
            </a:r>
          </a:p>
        </p:txBody>
      </p:sp>
    </p:spTree>
    <p:extLst>
      <p:ext uri="{BB962C8B-B14F-4D97-AF65-F5344CB8AC3E}">
        <p14:creationId xmlns:p14="http://schemas.microsoft.com/office/powerpoint/2010/main" val="329823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3CFBD-3D55-46BE-8CCA-D03710E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1E522-D638-4436-81ED-F36DF8AF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从需求到指标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F22DA-DE3E-4909-9DC3-DCA62918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8E08D-A771-412A-997C-56C2EF6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A12B-27FF-4385-81ED-92B5AD3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功能需求说明系统做什么，非功能需求定义系统做到什么程度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用可测量的 SLO 代替“快”“可靠”“可扩展”等模糊目标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指标必须结合用户路径和负载条件解释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E892B-67C3-4D58-B724-4F51EB61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6EA52-DB0F-41A4-86AC-DFB3E280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691423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09D6E-2D26-4929-B2D4-78C60849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5396-2F25-4F63-B895-335EA31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从需求到指标：设计权衡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8E3E6-F9F4-4DEC-B776-92A73F36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C15B9-A0C5-44B6-A223-745657C4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E63B0-6A3A-4DF0-934A-D927128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适用条件：功能需求说明系统做什么，非功能需求定义系统做到什么程度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613868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B0DD9-6428-4F5B-83C0-E1EF943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39A23-6E0E-4D8F-A8A3-2DAC9975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2-1：机制解释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44E84-BADF-4F57-99EE-51A5C72F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d077385d4455c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6C2D3-7911-4A86-8A45-C4313C4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D4A61-4840-46FB-9FEF-FF5E8C23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59CCE-257F-4599-8CFB-B906E977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51B1D-335B-4426-A0E2-0EDB280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A8F25-8BFA-48C1-BC62-710B9B0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0F4E2-9016-4675-984E-548E129C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470573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05FAE-E145-43F0-B587-DF8246FC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4B2D6-9DEB-469A-B112-C227D12F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2-2：机制解释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E7D68-F5B3-45D4-A29E-D05FD5C8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a0ba7c67c4e35"/>
          <a:stretch xmlns:a="http://schemas.openxmlformats.org/drawingml/2006/main"/>
        </p:blipFill>
        <p:spPr>
          <a:xfrm xmlns:a="http://schemas.openxmlformats.org/drawingml/2006/main">
            <a:off x="514350" y="1854632"/>
            <a:ext cx="7762875" cy="362498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819A3-8799-422A-8D00-43419CE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A344F-B68A-4C70-BAB4-AE2F572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一次写入被复制到许多关注者时间线。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50397-971C-45FC-9711-C2CD447C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597E2-B9EA-4F40-A6DA-66A40703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读取更快，但热门用户会造成严重的写放大。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F01BF-7418-49E2-AF22-A7E19D94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DD617-FD83-4ABB-8EEA-53CD3D1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854692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8CC58-2870-4ECF-BFFB-3A909A30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73B34-A509-4B28-892D-8E58753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延迟与吞吐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170BE-2F10-4FE5-A4C4-CF6E504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3BC4E-13F6-4C55-89C0-070D2CFC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5A14E-B538-41E2-8485-9BA31DD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响应时间包含服务时间和排队等待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中位数描述典型体验，高分位数揭示尾部问题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高分位数会被扇出请求放大，必须端到端观察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4BDC8-31E5-430A-9CBE-7134EDCD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5AAAA-9AFD-4FB4-9093-E79314C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336224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8F6C4-8E4F-4503-A935-C8ACD4B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115BB-1CC3-4498-A0C7-066836D1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延迟与吞吐：设计权衡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9C02-77E3-4077-BE5E-421E5A93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6E242-A0BC-4C0B-9110-7E6162D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C679D-1BD2-4227-A0FF-3488832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适用条件：响应时间包含服务时间和排队等待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981639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5A586-DF25-4AF2-83F9-5A7B3FA9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F4FCB-E1A3-4E1F-A24D-6FC195E0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2-3：机制解释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E6C40-EDC5-40EB-A88F-B32F487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0490621a74fbe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DF367-7EAC-4021-B3E4-A1C54343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964CC-5D77-401D-B11E-CD0E4592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该图把负载、排队与响应时间分布联系起来。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9A9D-23F5-4820-A301-14100C14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1FE89-080C-42CA-9759-94214EF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尾延迟通常早于平均值恶化，扇出请求还会进一步放大它。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91307-9A36-4273-B044-37958254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45451-81A6-4132-9830-9DC80CE4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829230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71753-29B2-4F1E-9052-B392416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73072-B1E2-4535-A7E7-12E4A0E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2-4：机制解释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D73DD-B5EF-4A68-BB18-10048E3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ac0ce02ce448b"/>
          <a:stretch xmlns:a="http://schemas.openxmlformats.org/drawingml/2006/main"/>
        </p:blipFill>
        <p:spPr>
          <a:xfrm xmlns:a="http://schemas.openxmlformats.org/drawingml/2006/main">
            <a:off x="985302" y="1285875"/>
            <a:ext cx="6820972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97989-8FEF-4FDE-82F1-3A854592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6908F-229B-49C5-8208-F25F227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该图把负载、排队与响应时间分布联系起来。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1B8AE-E987-4124-966F-D17029F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06256-A048-4E10-A405-0EA2AFC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尾延迟通常早于平均值恶化，扇出请求还会进一步放大它。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4634F-19D0-48D1-83BD-833BF54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F65AB-049A-4882-B125-8BEF2C6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36462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4DC6A-904B-4985-A388-B972FC59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83D65-D316-493C-B402-0261C892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2-5：机制解释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BE995-7B56-4746-AA19-FDB0CAE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e1ee126254d0d"/>
          <a:stretch xmlns:a="http://schemas.openxmlformats.org/drawingml/2006/main"/>
        </p:blipFill>
        <p:spPr>
          <a:xfrm xmlns:a="http://schemas.openxmlformats.org/drawingml/2006/main">
            <a:off x="762273" y="1285875"/>
            <a:ext cx="726703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D6245-61B2-42A3-B49F-760E7356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55F6B-C88A-4F3A-9BA4-237F319F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该图把负载、排队与响应时间分布联系起来。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C0F91-C4EA-4B36-8EBE-147BE6F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DF812-32F6-47EA-BA95-BE6C488A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尾延迟通常早于平均值恶化，扇出请求还会进一步放大它。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889CA-FD96-4DB3-B268-145728F0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DF1E5-A0F6-42F6-A091-A09A24E4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584351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0F2B4-FFBE-4B70-8F69-448AED85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7FE68-EC21-4689-B167-3A524F18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2-6：机制解释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4CB88-5E78-401F-A625-E1674608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eac5f0f704df1"/>
          <a:stretch xmlns:a="http://schemas.openxmlformats.org/drawingml/2006/main"/>
        </p:blipFill>
        <p:spPr>
          <a:xfrm xmlns:a="http://schemas.openxmlformats.org/drawingml/2006/main">
            <a:off x="514350" y="1452626"/>
            <a:ext cx="7762875" cy="442899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F13F0-C2AC-49C1-9670-A6D2043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C7F3F-EEC7-4669-9F14-440762FD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该图把负载、排队与响应时间分布联系起来。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D1030-4E63-4CEF-8084-EAF1A947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3B056-4500-46B7-AF3B-B933D6F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尾延迟通常早于平均值恶化，扇出请求还会进一步放大它。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D8AA7-F645-4A3E-B432-6E8E5FB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5DF7C-7923-48AB-B757-5376FAB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314624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ABB04-9CDA-47B5-8A91-A6CDB010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4AA40-0A6C-418A-8B50-F2AE5A3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可靠性与容错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997DA-461D-420A-8D3D-D9F0E006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6275D-20DE-45AC-93CB-2D3FD6B1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E10B5-236C-4108-833D-ADD3E52E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故障不可避免，容错目标是让故障不演变为服务失效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硬件、软件、配置和人为错误需要不同防线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演练恢复流程比假设组件永不失效更可靠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F1683-E7B0-4EE1-8C22-CDB8FD5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4FDE3-36AC-4684-A5CB-78B4B9BD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656189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F1C3D-EBD1-4573-903A-56220121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5183B-D4F6-4074-90BE-3A9B4C9C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可靠性与容错：设计权衡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693F1-3EDC-42E4-9484-ED42E2B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0AA1F-D70C-4A67-A3DC-8272BB6B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D67B1-D4EE-4934-ABCA-E6E0A0B6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适用条件：故障不可避免，容错目标是让故障不演变为服务失效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632815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3FD99-7A1B-4243-BAA4-A8290BA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63990-A94C-42FC-906C-690A2B6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可扩展性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ED3A-FA3B-43CE-9681-6FCEA8A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1C349-6ED3-4956-9600-DE797BB3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F7047-9DCB-4F32-A7CE-C96F136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先用请求率、读写比、数据量和热点描述负载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扩容方式包括共享内存、共享磁盘和无共享架构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好的扩展方案说明负载增加时资源如何增加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1E5D2-C628-4206-9F41-7EED9C9F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4553-F90B-4D9E-9008-9AC62825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5410299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8C128-62CA-4CEC-8DC7-A1CC75D4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7BDB0-7E3A-4FE4-89BE-AFF84498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可扩展性：设计权衡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445A5-8F8F-4001-A51C-972A7965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47C3D-1987-420D-B2B9-A4B3A0DF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7C924-FD89-461B-B200-DCDF459F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适用条件：先用请求率、读写比、数据量和热点描述负载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846263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C7CE8-9BB7-49D0-A669-1AC564B3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C0353-0AEC-4DA6-9122-B6F4BF1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可维护性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CE768-8976-4B8C-B669-727EC28E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3BDB7-4EEE-4AD5-8055-965E07F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297EB-7DAB-426C-B14F-BCA9629A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可运维性让系统状态可见、故障可诊断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简洁性降低意外复杂度和认知负担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可演化性让接口、模式和实现可以逐步变化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A43C6-83E2-491D-8EE1-288D9A8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756BA-BA22-44E7-B833-E4A2AE86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557883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587EE-3DD3-464E-A6A3-B31A7244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0B3C5-8E6B-4B9F-8518-030AADB3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可维护性：设计权衡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7033F-7033-44DE-B357-8FAD280B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735CA-4577-49A2-81FC-2C4F4C5D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CE46E-65E2-4219-A697-A2AB0A7E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适用条件：可运维性让系统状态可见、故障可诊断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4580800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548C5-682A-46A0-9C16-36D5037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2A9D8F"/>
                </a:solidFill>
                <a:latin typeface="Arial"/>
                <a:ea typeface="Arial"/>
                <a:cs typeface="Arial"/>
              </a:rPr>
              <a:t>第 02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09CF5-4B1A-49E1-B4C3-891DE254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68CAC-95DB-4144-9C7C-A78FEE30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79DB1-4749-4BDA-95A1-9EB8D3E6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491747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2026-09-27T19:47:00.6640000Z</dcterms:created>
  <dcterms:modified xsi:type="dcterms:W3CDTF">2026-09-27T19:47:00.6640000Z</dcterms:modified>
</coreProperties>
</file>