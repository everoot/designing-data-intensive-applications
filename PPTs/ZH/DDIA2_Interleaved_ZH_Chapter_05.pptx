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fd88b95814081" /><Relationship Type="http://schemas.openxmlformats.org/officeDocument/2006/relationships/extended-properties" Target="/docProps/app.xml" Id="R4e814a10078c432e" /><Relationship Type="http://schemas.openxmlformats.org/officeDocument/2006/relationships/officeDocument" Target="/ppt/presentation.xml" Id="Rbeedd85de8d8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76c20e03d40be"/>
  </p:sldMasterIdLst>
  <p:notesMasterIdLst>
    <p:notesMasterId xmlns:r="http://schemas.openxmlformats.org/officeDocument/2006/relationships" r:id="R1fcab173ed9d4c91"/>
  </p:notesMasterIdLst>
  <p:sldIdLst>
    <p:sldId xmlns:r="http://schemas.openxmlformats.org/officeDocument/2006/relationships" id="256" r:id="Rb1aaa70ba09c4bec"/>
    <p:sldId xmlns:r="http://schemas.openxmlformats.org/officeDocument/2006/relationships" id="257" r:id="Rd7abb668013b4f2d"/>
    <p:sldId xmlns:r="http://schemas.openxmlformats.org/officeDocument/2006/relationships" id="258" r:id="R35de8ae36bfd4f99"/>
    <p:sldId xmlns:r="http://schemas.openxmlformats.org/officeDocument/2006/relationships" id="259" r:id="R2b7b60d8f7bf4564"/>
    <p:sldId xmlns:r="http://schemas.openxmlformats.org/officeDocument/2006/relationships" id="260" r:id="R788b41e189ff457d"/>
    <p:sldId xmlns:r="http://schemas.openxmlformats.org/officeDocument/2006/relationships" id="261" r:id="R3a12be55fe0f42e4"/>
    <p:sldId xmlns:r="http://schemas.openxmlformats.org/officeDocument/2006/relationships" id="262" r:id="R131b491976554b36"/>
    <p:sldId xmlns:r="http://schemas.openxmlformats.org/officeDocument/2006/relationships" id="263" r:id="R87e8200ef10d4478"/>
    <p:sldId xmlns:r="http://schemas.openxmlformats.org/officeDocument/2006/relationships" id="264" r:id="Rfad358bbffde4677"/>
    <p:sldId xmlns:r="http://schemas.openxmlformats.org/officeDocument/2006/relationships" id="265" r:id="Ra25dfaaa93454f56"/>
    <p:sldId xmlns:r="http://schemas.openxmlformats.org/officeDocument/2006/relationships" id="266" r:id="R196221de41f14565"/>
    <p:sldId xmlns:r="http://schemas.openxmlformats.org/officeDocument/2006/relationships" id="267" r:id="R227ae6727c2e4a15"/>
    <p:sldId xmlns:r="http://schemas.openxmlformats.org/officeDocument/2006/relationships" id="268" r:id="Rdfc71b105ade4b4c"/>
    <p:sldId xmlns:r="http://schemas.openxmlformats.org/officeDocument/2006/relationships" id="269" r:id="R4ba2b662b89b443c"/>
    <p:sldId xmlns:r="http://schemas.openxmlformats.org/officeDocument/2006/relationships" id="270" r:id="R2558cb96bb91472f"/>
    <p:sldId xmlns:r="http://schemas.openxmlformats.org/officeDocument/2006/relationships" id="271" r:id="Rcda2dc925ba044fb"/>
    <p:sldId xmlns:r="http://schemas.openxmlformats.org/officeDocument/2006/relationships" id="272" r:id="R96bfc976b0d5459b"/>
    <p:sldId xmlns:r="http://schemas.openxmlformats.org/officeDocument/2006/relationships" id="273" r:id="R26255051c941497d"/>
    <p:sldId xmlns:r="http://schemas.openxmlformats.org/officeDocument/2006/relationships" id="274" r:id="R60d61f05dd674a19"/>
    <p:sldId xmlns:r="http://schemas.openxmlformats.org/officeDocument/2006/relationships" id="275" r:id="Rf9da6313becc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48865cab4b40e6" /><Relationship Type="http://schemas.openxmlformats.org/officeDocument/2006/relationships/slideMaster" Target="/ppt/slideMasters/slideMaster1.xml" Id="R12776c20e03d40be" /><Relationship Type="http://schemas.openxmlformats.org/officeDocument/2006/relationships/notesMaster" Target="/ppt/notesMasters/notesMaster1.xml" Id="R1fcab173ed9d4c91" /><Relationship Type="http://schemas.openxmlformats.org/officeDocument/2006/relationships/presProps" Target="/ppt/presProps.xml" Id="Re0157f06efb2425c" /><Relationship Type="http://schemas.openxmlformats.org/officeDocument/2006/relationships/tableStyles" Target="/ppt/tableStyles.xml" Id="R916483dfa7c5400d" /><Relationship Type="http://schemas.openxmlformats.org/officeDocument/2006/relationships/slide" Target="/ppt/slides/slide1.xml" Id="Rb1aaa70ba09c4bec" /><Relationship Type="http://schemas.openxmlformats.org/officeDocument/2006/relationships/slide" Target="/ppt/slides/slide2.xml" Id="Rd7abb668013b4f2d" /><Relationship Type="http://schemas.openxmlformats.org/officeDocument/2006/relationships/slide" Target="/ppt/slides/slide3.xml" Id="R35de8ae36bfd4f99" /><Relationship Type="http://schemas.openxmlformats.org/officeDocument/2006/relationships/slide" Target="/ppt/slides/slide4.xml" Id="R2b7b60d8f7bf4564" /><Relationship Type="http://schemas.openxmlformats.org/officeDocument/2006/relationships/slide" Target="/ppt/slides/slide5.xml" Id="R788b41e189ff457d" /><Relationship Type="http://schemas.openxmlformats.org/officeDocument/2006/relationships/slide" Target="/ppt/slides/slide6.xml" Id="R3a12be55fe0f42e4" /><Relationship Type="http://schemas.openxmlformats.org/officeDocument/2006/relationships/slide" Target="/ppt/slides/slide7.xml" Id="R131b491976554b36" /><Relationship Type="http://schemas.openxmlformats.org/officeDocument/2006/relationships/slide" Target="/ppt/slides/slide8.xml" Id="R87e8200ef10d4478" /><Relationship Type="http://schemas.openxmlformats.org/officeDocument/2006/relationships/slide" Target="/ppt/slides/slide9.xml" Id="Rfad358bbffde4677" /><Relationship Type="http://schemas.openxmlformats.org/officeDocument/2006/relationships/slide" Target="/ppt/slides/slide10.xml" Id="Ra25dfaaa93454f56" /><Relationship Type="http://schemas.openxmlformats.org/officeDocument/2006/relationships/slide" Target="/ppt/slides/slide11.xml" Id="R196221de41f14565" /><Relationship Type="http://schemas.openxmlformats.org/officeDocument/2006/relationships/slide" Target="/ppt/slides/slide12.xml" Id="R227ae6727c2e4a15" /><Relationship Type="http://schemas.openxmlformats.org/officeDocument/2006/relationships/slide" Target="/ppt/slides/slide13.xml" Id="Rdfc71b105ade4b4c" /><Relationship Type="http://schemas.openxmlformats.org/officeDocument/2006/relationships/slide" Target="/ppt/slides/slide14.xml" Id="R4ba2b662b89b443c" /><Relationship Type="http://schemas.openxmlformats.org/officeDocument/2006/relationships/slide" Target="/ppt/slides/slide15.xml" Id="R2558cb96bb91472f" /><Relationship Type="http://schemas.openxmlformats.org/officeDocument/2006/relationships/slide" Target="/ppt/slides/slide16.xml" Id="Rcda2dc925ba044fb" /><Relationship Type="http://schemas.openxmlformats.org/officeDocument/2006/relationships/slide" Target="/ppt/slides/slide17.xml" Id="R96bfc976b0d5459b" /><Relationship Type="http://schemas.openxmlformats.org/officeDocument/2006/relationships/slide" Target="/ppt/slides/slide18.xml" Id="R26255051c941497d" /><Relationship Type="http://schemas.openxmlformats.org/officeDocument/2006/relationships/slide" Target="/ppt/slides/slide19.xml" Id="R60d61f05dd674a19" /><Relationship Type="http://schemas.openxmlformats.org/officeDocument/2006/relationships/slide" Target="/ppt/slides/slide20.xml" Id="Rf9da6313becc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2263b7ba59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1b50ff87804879" /><Relationship Type="http://schemas.openxmlformats.org/officeDocument/2006/relationships/notesMaster" Target="/ppt/notesMasters/notesMaster1.xml" Id="R8a54ff71fc92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07c08f919542db" /><Relationship Type="http://schemas.openxmlformats.org/officeDocument/2006/relationships/notesMaster" Target="/ppt/notesMasters/notesMaster1.xml" Id="Rece0095ef0fe40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06e894fbab42a9" /><Relationship Type="http://schemas.openxmlformats.org/officeDocument/2006/relationships/notesMaster" Target="/ppt/notesMasters/notesMaster1.xml" Id="Rcf0d794ebe44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88137fa58f4864" /><Relationship Type="http://schemas.openxmlformats.org/officeDocument/2006/relationships/notesMaster" Target="/ppt/notesMasters/notesMaster1.xml" Id="Rbcb65d4ef6c1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8313b54a447fd" /><Relationship Type="http://schemas.openxmlformats.org/officeDocument/2006/relationships/notesMaster" Target="/ppt/notesMasters/notesMaster1.xml" Id="Raa5cf2e5193544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6eb10242254285" /><Relationship Type="http://schemas.openxmlformats.org/officeDocument/2006/relationships/notesMaster" Target="/ppt/notesMasters/notesMaster1.xml" Id="Rffbf66bd745043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6d9064848f4f84" /><Relationship Type="http://schemas.openxmlformats.org/officeDocument/2006/relationships/notesMaster" Target="/ppt/notesMasters/notesMaster1.xml" Id="Rc5a5bd72763e42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103e4b1e92461e" /><Relationship Type="http://schemas.openxmlformats.org/officeDocument/2006/relationships/notesMaster" Target="/ppt/notesMasters/notesMaster1.xml" Id="R9266ce957e754d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4f0128a7004f67" /><Relationship Type="http://schemas.openxmlformats.org/officeDocument/2006/relationships/notesMaster" Target="/ppt/notesMasters/notesMaster1.xml" Id="R6d7a30fdd57542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3fe83060bb4427" /><Relationship Type="http://schemas.openxmlformats.org/officeDocument/2006/relationships/notesMaster" Target="/ppt/notesMasters/notesMaster1.xml" Id="Rbaa28ad21866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c79ec7112e4a5a" /><Relationship Type="http://schemas.openxmlformats.org/officeDocument/2006/relationships/notesMaster" Target="/ppt/notesMasters/notesMaster1.xml" Id="Rf3940f6d9ae342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4ee44d112d4352" /><Relationship Type="http://schemas.openxmlformats.org/officeDocument/2006/relationships/notesMaster" Target="/ppt/notesMasters/notesMaster1.xml" Id="Rcfb6d8dd75ff4d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7701234a30457c" /><Relationship Type="http://schemas.openxmlformats.org/officeDocument/2006/relationships/notesMaster" Target="/ppt/notesMasters/notesMaster1.xml" Id="R93a227f4a74040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a8a181d7554f9e" /><Relationship Type="http://schemas.openxmlformats.org/officeDocument/2006/relationships/notesMaster" Target="/ppt/notesMasters/notesMaster1.xml" Id="R581fe95309fb47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720337b0a24d40" /><Relationship Type="http://schemas.openxmlformats.org/officeDocument/2006/relationships/notesMaster" Target="/ppt/notesMasters/notesMaster1.xml" Id="R952dbca0c12446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5983c5152d49c4" /><Relationship Type="http://schemas.openxmlformats.org/officeDocument/2006/relationships/notesMaster" Target="/ppt/notesMasters/notesMaster1.xml" Id="R831bf738110240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c403c90346442b" /><Relationship Type="http://schemas.openxmlformats.org/officeDocument/2006/relationships/notesMaster" Target="/ppt/notesMasters/notesMaster1.xml" Id="R85a47063b20b49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89a40580f542c5" /><Relationship Type="http://schemas.openxmlformats.org/officeDocument/2006/relationships/notesMaster" Target="/ppt/notesMasters/notesMaster1.xml" Id="Ra51fda911cce47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d7e3a5866e4a0b" /><Relationship Type="http://schemas.openxmlformats.org/officeDocument/2006/relationships/notesMaster" Target="/ppt/notesMasters/notesMaster1.xml" Id="R56f92db14d0147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42fccc83274550" /><Relationship Type="http://schemas.openxmlformats.org/officeDocument/2006/relationships/notesMaster" Target="/ppt/notesMasters/notesMaster1.xml" Id="R3d90537fddde40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5-1, PDF page 187. Original caption: Figure 5-1. When an older version of the application updates data previously written by</a:t>
            </a:r>
          </a:p>
          <a:p xmlns:a="http://schemas.openxmlformats.org/drawingml/2006/main">
            <a:r>
              <a:t>Explanation: 该图具体展示：When an older version of the application updates data previously written by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5-2, PDF page 192. Original caption: Figure 5-2. Our record (Example 5-2) encoded using MessagePack</a:t>
            </a:r>
          </a:p>
          <a:p xmlns:a="http://schemas.openxmlformats.org/drawingml/2006/main">
            <a:r>
              <a:t>Explanation: 字节流以不同方式编码字段标识、类型或模式信息。 兼容性取决于读取端如何处理其他模式版本写入的字段。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5-3, PDF page 194. Original caption: Figure 5-3. Our record encoded using Protocol Buffers</a:t>
            </a:r>
          </a:p>
          <a:p xmlns:a="http://schemas.openxmlformats.org/drawingml/2006/main">
            <a:r>
              <a:t>Explanation: 字节流以不同方式编码字段标识、类型或模式信息。 兼容性取决于读取端如何处理其他模式版本写入的字段。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5-4, PDF page 197. Original caption: Figure 5-4. Our record encoded using Avro</a:t>
            </a:r>
          </a:p>
          <a:p xmlns:a="http://schemas.openxmlformats.org/drawingml/2006/main">
            <a:r>
              <a:t>Explanation: 字节流以不同方式编码字段标识、类型或模式信息。 兼容性取决于读取端如何处理其他模式版本写入的字段。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5-5, PDF page 198. Original caption: Figure 5-5. In Protocol Buffers, encoding and decoding can use different versions of a</a:t>
            </a:r>
          </a:p>
          <a:p xmlns:a="http://schemas.openxmlformats.org/drawingml/2006/main">
            <a:r>
              <a:t>Explanation: 字节流以不同方式编码字段标识、类型或模式信息。 兼容性取决于读取端如何处理其他模式版本写入的字段。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5-6, PDF page 198. Original caption: Figure 5-6. An Avro reader resolving differences between the writer’s schema and the</a:t>
            </a:r>
          </a:p>
          <a:p xmlns:a="http://schemas.openxmlformats.org/drawingml/2006/main">
            <a:r>
              <a:t>Explanation: 字节流以不同方式编码字段标识、类型或模式信息。 兼容性取决于读取端如何处理其他模式版本写入的字段。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Figure 5-7, PDF page 211. Original caption: Figure 5-7. A workflow expressed using Business Process Model and Notation (BPMN),</a:t>
            </a:r>
          </a:p>
          <a:p xmlns:a="http://schemas.openxmlformats.org/drawingml/2006/main">
            <a:r>
              <a:t>Explanation: 持久工作流记录跨服务调用、等待和重试的执行进度。 持久状态使流程在进程或机器故障后可以继续。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5, book pages 161-191.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24b850c24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44b8e8f244284" /><Relationship Type="http://schemas.openxmlformats.org/officeDocument/2006/relationships/slideLayout" Target="/ppt/slideLayouts/slideLayout1.xml" Id="Rc8bf74f5cc7c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f74f5cc7c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d906615b64546" /><Relationship Type="http://schemas.openxmlformats.org/officeDocument/2006/relationships/notesSlide" Target="/ppt/notesSlides/notesSlide1.xml" Id="R751be184bee243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3553f152f428a" /><Relationship Type="http://schemas.openxmlformats.org/officeDocument/2006/relationships/notesSlide" Target="/ppt/notesSlides/notesSlide2.xml" Id="R277ff46a2acf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579effe9412e" /><Relationship Type="http://schemas.openxmlformats.org/officeDocument/2006/relationships/notesSlide" Target="/ppt/notesSlides/notesSlide3.xml" Id="Rfdbd98507ec7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b559618854c9a" /><Relationship Type="http://schemas.openxmlformats.org/officeDocument/2006/relationships/notesSlide" Target="/ppt/notesSlides/notesSlide4.xml" Id="Racb403ba6e3148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d6fe30a4040fa" /><Relationship Type="http://schemas.openxmlformats.org/officeDocument/2006/relationships/image" Target="/ppt/media/image.png" Id="Rf7debabceb5d4011" /><Relationship Type="http://schemas.openxmlformats.org/officeDocument/2006/relationships/notesSlide" Target="/ppt/notesSlides/notesSlide5.xml" Id="Rc145283a7e4844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2f72222bd49b6" /><Relationship Type="http://schemas.openxmlformats.org/officeDocument/2006/relationships/image" Target="/ppt/media/image2.png" Id="Re91c7b2574f84cdc" /><Relationship Type="http://schemas.openxmlformats.org/officeDocument/2006/relationships/notesSlide" Target="/ppt/notesSlides/notesSlide6.xml" Id="Rc7d51cb6c5924b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cb2d8538b43f5" /><Relationship Type="http://schemas.openxmlformats.org/officeDocument/2006/relationships/image" Target="/ppt/media/image3.png" Id="R672a34746e1244a0" /><Relationship Type="http://schemas.openxmlformats.org/officeDocument/2006/relationships/notesSlide" Target="/ppt/notesSlides/notesSlide7.xml" Id="Ra938c06087994d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8217d4a8a4e59" /><Relationship Type="http://schemas.openxmlformats.org/officeDocument/2006/relationships/image" Target="/ppt/media/image4.png" Id="R562659579bca45e8" /><Relationship Type="http://schemas.openxmlformats.org/officeDocument/2006/relationships/notesSlide" Target="/ppt/notesSlides/notesSlide8.xml" Id="R7e824bb71b3a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a7e5014f4908" /><Relationship Type="http://schemas.openxmlformats.org/officeDocument/2006/relationships/notesSlide" Target="/ppt/notesSlides/notesSlide9.xml" Id="Rffd84810b0a143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ec17689c04b2a" /><Relationship Type="http://schemas.openxmlformats.org/officeDocument/2006/relationships/notesSlide" Target="/ppt/notesSlides/notesSlide10.xml" Id="R70bfb8ed204344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de89d08d1497c" /><Relationship Type="http://schemas.openxmlformats.org/officeDocument/2006/relationships/image" Target="/ppt/media/image5.png" Id="R1ca643c03bfb4369" /><Relationship Type="http://schemas.openxmlformats.org/officeDocument/2006/relationships/notesSlide" Target="/ppt/notesSlides/notesSlide11.xml" Id="R6d6120b087f043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b95abc13e4f29" /><Relationship Type="http://schemas.openxmlformats.org/officeDocument/2006/relationships/image" Target="/ppt/media/image6.png" Id="R12645d52b5dd4c7b" /><Relationship Type="http://schemas.openxmlformats.org/officeDocument/2006/relationships/notesSlide" Target="/ppt/notesSlides/notesSlide12.xml" Id="R249d0a01f55c4a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8af68a2444e0" /><Relationship Type="http://schemas.openxmlformats.org/officeDocument/2006/relationships/notesSlide" Target="/ppt/notesSlides/notesSlide13.xml" Id="R64622a87f08046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4ddcf065841bb" /><Relationship Type="http://schemas.openxmlformats.org/officeDocument/2006/relationships/notesSlide" Target="/ppt/notesSlides/notesSlide14.xml" Id="R7707f89411e844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d660a55444a52" /><Relationship Type="http://schemas.openxmlformats.org/officeDocument/2006/relationships/notesSlide" Target="/ppt/notesSlides/notesSlide15.xml" Id="Re568b808525542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41dd149e240bb" /><Relationship Type="http://schemas.openxmlformats.org/officeDocument/2006/relationships/notesSlide" Target="/ppt/notesSlides/notesSlide16.xml" Id="R4a3d3075189449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4b740699f4780" /><Relationship Type="http://schemas.openxmlformats.org/officeDocument/2006/relationships/image" Target="/ppt/media/image7.png" Id="R317e2f5b27c544c0" /><Relationship Type="http://schemas.openxmlformats.org/officeDocument/2006/relationships/notesSlide" Target="/ppt/notesSlides/notesSlide17.xml" Id="R4cc41600e17543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920e1cbf4a1f" /><Relationship Type="http://schemas.openxmlformats.org/officeDocument/2006/relationships/notesSlide" Target="/ppt/notesSlides/notesSlide18.xml" Id="Rb2c9518470d845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fd47b6994494" /><Relationship Type="http://schemas.openxmlformats.org/officeDocument/2006/relationships/notesSlide" Target="/ppt/notesSlides/notesSlide19.xml" Id="R857b6391d22841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68743afa843e2" /><Relationship Type="http://schemas.openxmlformats.org/officeDocument/2006/relationships/notesSlide" Target="/ppt/notesSlides/notesSlide20.xml" Id="Rc0a3deb4eaf14c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9E8F2-4DF3-43EA-A2B3-944B535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A9BF3-7839-453D-B212-B192B955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编码与演化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A99E3-2EB5-42B3-96C8-CAAD2359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Encoding and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BB9A-0371-41E8-9E17-5E8B13D7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C13ED-07AF-41A8-A692-0A81D572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101067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9C3AD-7434-4E02-8AB3-040C5AF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ADE4B-98F0-452B-852F-E674DBF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78EBA-B476-40E2-B153-5C42998B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33056-ED26-4E5D-9C87-254E04AC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87615-B55A-4D09-BCE7-37CA8F66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编码格式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F51CE-F628-4CF6-88D2-569EFC5E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文本格式易调试，但类型、体积和解析成本有限制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37AB9-EA14-438B-A8F9-DB508DBD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CFD38-68E7-4A00-AB94-73BFA22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兼容性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EFDA8-F7A7-41E6-8718-FB6BA1ED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向后兼容让新代码读取旧数据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8D4D1-820E-4A09-8840-EC5D1B10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45C5D-8353-410C-90BE-FBA910B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数据库数据流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81C16-5A61-4F45-A26B-4FB9DE9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数据库中的旧记录可能长期保留旧编码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49A18-3382-47B1-A009-00E8A4EC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23363-16B8-4459-BD9C-3AC6CB0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服务与工作流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C128A-F78D-4F25-8B90-0F78BD95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REST 强调资源和通用协议，RPC 强调方法调用体验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A396A-DD62-4692-BA01-E981E146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B9E16-6F48-492D-9F35-89B4C200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事件驱动系统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E6CD2-A064-4ECA-A268-BDC75D6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消息为生产者与消费者提供时间和组织解耦</a:t>
            </a:r>
          </a:p>
        </p:txBody>
      </p:sp>
    </p:spTree>
    <p:extLst>
      <p:ext uri="{BB962C8B-B14F-4D97-AF65-F5344CB8AC3E}">
        <p14:creationId xmlns:p14="http://schemas.microsoft.com/office/powerpoint/2010/main" val="877092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37F58-18B2-403A-861C-0E1D0C3D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52D25-579F-46B7-A4FA-0BC2727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编码格式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C625-8CC4-43E9-A409-7B4E7C2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9F13A-09BF-429B-91DF-33B1190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A5478-8B78-4A00-B6EE-8F4F7A6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文本格式易调试，但类型、体积和解析成本有限制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二进制格式常用字段编号和模式提高效率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模式的价值包括验证、文档、代码生成和兼容性检查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D315-7446-48E0-9720-7B6F717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B3096-34CF-4F75-9FD0-40018C3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400874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F60A9-8762-4A9E-B9A9-36A669A1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4856A-0A93-44F5-B8BA-3BDB760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编码格式：设计权衡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70B41-E9A3-49D1-974A-8DABF77E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AB1A5-D1EB-411D-BBCF-9942811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EDD60-FA1B-4912-BC0C-D4F09EF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适用条件：文本格式易调试，但类型、体积和解析成本有限制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111520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B0EF4-DDC0-4E59-87DA-D045D2B3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FF615-D428-4E7D-9F87-A5F7AE6F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9888-AB09-49F0-BCAD-D3783A00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ebabceb5d4011"/>
          <a:stretch xmlns:a="http://schemas.openxmlformats.org/drawingml/2006/main"/>
        </p:blipFill>
        <p:spPr>
          <a:xfrm xmlns:a="http://schemas.openxmlformats.org/drawingml/2006/main">
            <a:off x="858652" y="1285875"/>
            <a:ext cx="7074271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CB9DD-23E1-4AC4-94D6-0D4743B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7566C-A0A0-4ACE-AEB8-3463D1DB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该图具体展示：When an older version of the application updates data previously written 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A289B-91D1-42CB-B873-6DF85D0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E72BA-D915-445F-B251-7DA0FD7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F4EB9-EA96-4197-9DA9-98EA964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1D039-0196-4E39-8F35-42B20BAE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55333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373ED-29B6-4A8D-8EE6-0C6E8EF4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4645-7387-43ED-B4C4-5B12363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4265D-4286-4352-8A02-8C4E7E3B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c7b2574f84cdc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7EDD2-DB8E-46F1-9B06-86BF7BBB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44BE4-2BFA-4B68-9E7B-DEFE11AA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字节流以不同方式编码字段标识、类型或模式信息。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7047F-3CD0-4D1E-A4BD-CCE2371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48CCF-6FD3-4063-B6BF-1217C388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兼容性取决于读取端如何处理其他模式版本写入的字段。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9D347-079A-44EF-9A3E-EAC5C40B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EFB8-1BB2-4826-B501-035D894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38254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BBCF4-ADD5-48C7-9548-C74ECA7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A3369-728C-439D-8DF8-BD7B66E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AC0DB-651F-46D1-99D2-5241689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a34746e1244a0"/>
          <a:stretch xmlns:a="http://schemas.openxmlformats.org/drawingml/2006/main"/>
        </p:blipFill>
        <p:spPr>
          <a:xfrm xmlns:a="http://schemas.openxmlformats.org/drawingml/2006/main">
            <a:off x="963355" y="1285875"/>
            <a:ext cx="686486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B9250-F4D3-4BDE-AA5A-65FCAE8D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2F38E-3675-4345-91F5-D384CCB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字节流以不同方式编码字段标识、类型或模式信息。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3043A-4EB3-4D00-B19B-9C96C06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9498C-86E3-4D34-BE87-C972056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兼容性取决于读取端如何处理其他模式版本写入的字段。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8750A-DA52-4DCC-AE0D-12D81535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4227D-7A27-43F9-B29C-910ADAD6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444577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83174-CD19-4FB2-A96B-B292EB5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05C71-639E-40E0-9272-1EC7EA24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E06B7-ED66-4FF6-9497-A5CF10AB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659579bca45e8"/>
          <a:stretch xmlns:a="http://schemas.openxmlformats.org/drawingml/2006/main"/>
        </p:blipFill>
        <p:spPr>
          <a:xfrm xmlns:a="http://schemas.openxmlformats.org/drawingml/2006/main">
            <a:off x="1213210" y="1285875"/>
            <a:ext cx="636515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5B382-716E-4832-BB08-C75B7E5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B702F-A75A-45F6-B0DA-EEC6136F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字节流以不同方式编码字段标识、类型或模式信息。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1EEB9-9775-4D72-8F65-672EC225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AA080-E385-4139-9DB5-430A8C6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兼容性取决于读取端如何处理其他模式版本写入的字段。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0FC43-687B-4F44-9613-F1AB676C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C8305-EC5C-4D08-ACFA-0DE2717B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98072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CD7C-27DB-4DCF-95D1-9318D7A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DE70B-051B-47E9-8601-88F5E61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兼容性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609AA-8F8D-4A4A-A027-10022CD7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50587-416B-4122-B65F-9DFC731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9A516-DAEE-49EE-848E-D00738A0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向后兼容让新代码读取旧数据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向前兼容让旧代码忽略或处理新数据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滚动升级要求新旧版本在一段时间内共同工作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F183B-1300-4FE1-9D6B-DFB8120F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AE29C-E952-4EE3-9F2C-C7801EB2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031670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D81E7-4146-4A78-9A0C-46EEACF7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E96DE-8ABE-42A9-9AF6-3FDAB49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兼容性：设计权衡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CD66D-719A-4F19-9EC1-7975CE6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55FD2-8BB0-4237-9FED-CB4B8DD9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E6A8D-E35E-4E55-AE05-93E6A6CE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适用条件：向后兼容让新代码读取旧数据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5548322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1D62C-763F-4B84-B922-6EC8E172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BBEF9-A65A-4DF7-B574-5CD3377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BAB4A-360C-4EDA-8E67-271AB01F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643c03bfb4369"/>
          <a:stretch xmlns:a="http://schemas.openxmlformats.org/drawingml/2006/main"/>
        </p:blipFill>
        <p:spPr>
          <a:xfrm xmlns:a="http://schemas.openxmlformats.org/drawingml/2006/main">
            <a:off x="514350" y="1355590"/>
            <a:ext cx="7762875" cy="46230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86EAA-A908-4513-A07E-A5DC24F6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D7A71-24D9-46AF-8528-5B87FB42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字节流以不同方式编码字段标识、类型或模式信息。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2D170-37D0-4B2C-92E5-16DECCC1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7CCAB-0655-40F7-86F4-E3289DC8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兼容性取决于读取端如何处理其他模式版本写入的字段。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A7AD-65D4-45B9-820F-77D0376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7F43F-55D9-4528-83A9-9531703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1711607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90636-CDA8-4EE8-976D-22F553C9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6E954-65EA-4DB3-8810-05AF43C0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04F89-4076-4D9A-9581-11A621D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45d52b5dd4c7b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65A76-184E-4F71-A461-F25B77F5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06086-C0BF-461E-B031-AC5C8E8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字节流以不同方式编码字段标识、类型或模式信息。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2D6EE-D083-483D-8F05-EEBD907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EF31F-698B-4BF6-B1DA-2223DA8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兼容性取决于读取端如何处理其他模式版本写入的字段。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0DCDA-5F6A-4AE8-8F78-C7B5537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5C127-A0BC-4CEC-8423-9935903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108149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401F5-CF43-46F6-92AA-4F5D2EA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D7E5E-F5BB-4340-A441-6CCBA660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数据库数据流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7599E-47E7-4CC9-833A-C783BC69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E8D25-8B14-47AE-AF69-482AF22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A4D48-EAEB-441B-ABBF-C3115DB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数据库中的旧记录可能长期保留旧编码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迁移可以写时转换、读时升级或后台重写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模式演化要避免让单次部署成为全量数据转换点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90AF-18F5-434A-A9FA-324E3CDF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33665-2861-41C5-9F30-8278AB1C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9808979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4DD95-795B-4F35-81D0-8DE6117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626EE-A29A-4C4C-BD5F-B438DAE6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数据库数据流：设计权衡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F7398-B98F-45D0-A460-8CFFEA4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3780C-9A64-435E-83A0-65E42A4C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90B71-D63B-42BC-9EE4-F3220337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适用条件：数据库中的旧记录可能长期保留旧编码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907628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DF73C-B3DA-4F82-8C98-663E4DC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4651F-C868-4345-93E5-A6C7E3CA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服务与工作流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22F89-2F17-461E-8E00-DCF14ED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0EB86-CC25-4566-B308-DB34DBD9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F7CA3-3A4F-4007-98E1-34B793FD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 强调资源和通用协议，RPC 强调方法调用体验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接口变更要考虑客户端独立部署和长期存活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持久工作流保存执行状态，便于跨故障恢复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687DE-CA88-49D8-8EE5-2A243C9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36586-21CB-4C34-8A13-6BCC32DB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4101761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CA4A5-D3EF-4D55-84D4-121837D5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773A7-125D-447A-81C6-13F3E2A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服务与工作流：设计权衡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1616E-C457-44ED-A6F0-633F108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88227-146D-4333-B804-7584919B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9A037-065B-4B52-86B1-3E383CA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适用条件：REST 强调资源和通用协议，RPC 强调方法调用体验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1227980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9C67B-875E-474B-B3B7-8497EF2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591B5-D5BA-4A68-A235-AD81E5A5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5-7：机制解释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ED88C-BD34-4513-BCF0-40A5D332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e2f5b27c544c0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45997-E9FC-4629-BD6A-35AF4531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55B08-808B-4EF2-9DD3-F8FC4095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持久工作流记录跨服务调用、等待和重试的执行进度。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7F6D0-3EF1-4A19-9E38-1071F9F8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35435-CFC7-4DFC-ADBC-D497F489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持久状态使流程在进程或机器故障后可以继续。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07C1B-7F5A-4A32-A714-932EAB1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28D9E-A738-4CE0-868C-15C8DE3C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4901537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A9889-1297-425B-8829-2206BD4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DF5AC-BE43-414A-B404-79773BD1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事件驱动系统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5DA27-CC24-4795-ABE5-C7C8E15C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76E49-D15B-4C33-8447-C95A3DA7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B4384-15BA-4D01-9BBF-71E6D77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消息为生产者与消费者提供时间和组织解耦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事件模式同样需要兼容性策略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重放能力要求处理器幂等，并明确副作用边界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F17B7-E206-4957-9BCB-BBE2AA57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AA4CC-E7D8-4F9C-802C-7CD4294E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6640037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DCE75-28C1-48FA-AF9F-6BB156CE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3570-6F98-4C4B-B151-2B120B2A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事件驱动系统：设计权衡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1431F-3A8D-4C27-9B9D-37B7AEE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7F62D-3A5C-422E-A86B-61AFC03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8D5A9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FE17E-BDB3-4A8C-AEBD-AA51A79B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适用条件：消息为生产者与消费者提供时间和组织解耦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148781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2663F-3902-45B6-B135-D54638B4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8D5A97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8D5A97"/>
                </a:solidFill>
                <a:latin typeface="Arial"/>
                <a:ea typeface="Arial"/>
                <a:cs typeface="Arial"/>
              </a:rPr>
              <a:t>第 05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2C1CE-EB39-41C3-B211-19902471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46A46-487F-46E1-9C19-9CDF7D9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719A6-5F78-4CE0-B691-C7110EC0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349178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2026-09-27T19:47:17.3250000Z</dcterms:created>
  <dcterms:modified xsi:type="dcterms:W3CDTF">2026-09-27T19:47:17.3250000Z</dcterms:modified>
</coreProperties>
</file>