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e90628198e4434" /><Relationship Type="http://schemas.openxmlformats.org/officeDocument/2006/relationships/extended-properties" Target="/docProps/app.xml" Id="R8e75642bb98847c8" /><Relationship Type="http://schemas.openxmlformats.org/officeDocument/2006/relationships/officeDocument" Target="/ppt/presentation.xml" Id="Rf91aca2e878348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1f0354dbff4c21"/>
  </p:sldMasterIdLst>
  <p:notesMasterIdLst>
    <p:notesMasterId xmlns:r="http://schemas.openxmlformats.org/officeDocument/2006/relationships" r:id="R121743da4ab64a5f"/>
  </p:notesMasterIdLst>
  <p:sldIdLst>
    <p:sldId xmlns:r="http://schemas.openxmlformats.org/officeDocument/2006/relationships" id="256" r:id="R7fda8215a917443a"/>
    <p:sldId xmlns:r="http://schemas.openxmlformats.org/officeDocument/2006/relationships" id="257" r:id="R5aba2971bd7a4d0b"/>
    <p:sldId xmlns:r="http://schemas.openxmlformats.org/officeDocument/2006/relationships" id="258" r:id="R1dbf5b8687344d83"/>
    <p:sldId xmlns:r="http://schemas.openxmlformats.org/officeDocument/2006/relationships" id="259" r:id="Ra8210c4084cd42e8"/>
    <p:sldId xmlns:r="http://schemas.openxmlformats.org/officeDocument/2006/relationships" id="260" r:id="Rbd2028d47b594295"/>
    <p:sldId xmlns:r="http://schemas.openxmlformats.org/officeDocument/2006/relationships" id="261" r:id="Raf93172ff2d34e23"/>
    <p:sldId xmlns:r="http://schemas.openxmlformats.org/officeDocument/2006/relationships" id="262" r:id="Rf6af129a7a4b49d8"/>
    <p:sldId xmlns:r="http://schemas.openxmlformats.org/officeDocument/2006/relationships" id="263" r:id="R0f4f91b1fbcc428c"/>
    <p:sldId xmlns:r="http://schemas.openxmlformats.org/officeDocument/2006/relationships" id="264" r:id="R72d0ab0286714554"/>
    <p:sldId xmlns:r="http://schemas.openxmlformats.org/officeDocument/2006/relationships" id="265" r:id="Rff4a55bc514e48c9"/>
    <p:sldId xmlns:r="http://schemas.openxmlformats.org/officeDocument/2006/relationships" id="266" r:id="R60c86b3ef9434f00"/>
    <p:sldId xmlns:r="http://schemas.openxmlformats.org/officeDocument/2006/relationships" id="267" r:id="Re4b8899b9a1040bb"/>
    <p:sldId xmlns:r="http://schemas.openxmlformats.org/officeDocument/2006/relationships" id="268" r:id="R701b2214f5234912"/>
    <p:sldId xmlns:r="http://schemas.openxmlformats.org/officeDocument/2006/relationships" id="269" r:id="R4319598271104014"/>
    <p:sldId xmlns:r="http://schemas.openxmlformats.org/officeDocument/2006/relationships" id="270" r:id="R375f82e2baf74e48"/>
    <p:sldId xmlns:r="http://schemas.openxmlformats.org/officeDocument/2006/relationships" id="271" r:id="R921b9633ea2e4fa7"/>
    <p:sldId xmlns:r="http://schemas.openxmlformats.org/officeDocument/2006/relationships" id="272" r:id="Rac9dbad30e824ac4"/>
    <p:sldId xmlns:r="http://schemas.openxmlformats.org/officeDocument/2006/relationships" id="273" r:id="R96d558c1d5944ade"/>
    <p:sldId xmlns:r="http://schemas.openxmlformats.org/officeDocument/2006/relationships" id="274" r:id="R0667d5f4a1204270"/>
    <p:sldId xmlns:r="http://schemas.openxmlformats.org/officeDocument/2006/relationships" id="275" r:id="R21b6f243eaff4fc0"/>
    <p:sldId xmlns:r="http://schemas.openxmlformats.org/officeDocument/2006/relationships" id="276" r:id="Raaa042c86eaa41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bf643d45e447d3" /><Relationship Type="http://schemas.openxmlformats.org/officeDocument/2006/relationships/slideMaster" Target="/ppt/slideMasters/slideMaster1.xml" Id="Rf91f0354dbff4c21" /><Relationship Type="http://schemas.openxmlformats.org/officeDocument/2006/relationships/notesMaster" Target="/ppt/notesMasters/notesMaster1.xml" Id="R121743da4ab64a5f" /><Relationship Type="http://schemas.openxmlformats.org/officeDocument/2006/relationships/presProps" Target="/ppt/presProps.xml" Id="Rdafdc05bc67f4416" /><Relationship Type="http://schemas.openxmlformats.org/officeDocument/2006/relationships/tableStyles" Target="/ppt/tableStyles.xml" Id="R0c710af2f4ff441a" /><Relationship Type="http://schemas.openxmlformats.org/officeDocument/2006/relationships/slide" Target="/ppt/slides/slide1.xml" Id="R7fda8215a917443a" /><Relationship Type="http://schemas.openxmlformats.org/officeDocument/2006/relationships/slide" Target="/ppt/slides/slide2.xml" Id="R5aba2971bd7a4d0b" /><Relationship Type="http://schemas.openxmlformats.org/officeDocument/2006/relationships/slide" Target="/ppt/slides/slide3.xml" Id="R1dbf5b8687344d83" /><Relationship Type="http://schemas.openxmlformats.org/officeDocument/2006/relationships/slide" Target="/ppt/slides/slide4.xml" Id="Ra8210c4084cd42e8" /><Relationship Type="http://schemas.openxmlformats.org/officeDocument/2006/relationships/slide" Target="/ppt/slides/slide5.xml" Id="Rbd2028d47b594295" /><Relationship Type="http://schemas.openxmlformats.org/officeDocument/2006/relationships/slide" Target="/ppt/slides/slide6.xml" Id="Raf93172ff2d34e23" /><Relationship Type="http://schemas.openxmlformats.org/officeDocument/2006/relationships/slide" Target="/ppt/slides/slide7.xml" Id="Rf6af129a7a4b49d8" /><Relationship Type="http://schemas.openxmlformats.org/officeDocument/2006/relationships/slide" Target="/ppt/slides/slide8.xml" Id="R0f4f91b1fbcc428c" /><Relationship Type="http://schemas.openxmlformats.org/officeDocument/2006/relationships/slide" Target="/ppt/slides/slide9.xml" Id="R72d0ab0286714554" /><Relationship Type="http://schemas.openxmlformats.org/officeDocument/2006/relationships/slide" Target="/ppt/slides/slide10.xml" Id="Rff4a55bc514e48c9" /><Relationship Type="http://schemas.openxmlformats.org/officeDocument/2006/relationships/slide" Target="/ppt/slides/slide11.xml" Id="R60c86b3ef9434f00" /><Relationship Type="http://schemas.openxmlformats.org/officeDocument/2006/relationships/slide" Target="/ppt/slides/slide12.xml" Id="Re4b8899b9a1040bb" /><Relationship Type="http://schemas.openxmlformats.org/officeDocument/2006/relationships/slide" Target="/ppt/slides/slide13.xml" Id="R701b2214f5234912" /><Relationship Type="http://schemas.openxmlformats.org/officeDocument/2006/relationships/slide" Target="/ppt/slides/slide14.xml" Id="R4319598271104014" /><Relationship Type="http://schemas.openxmlformats.org/officeDocument/2006/relationships/slide" Target="/ppt/slides/slide15.xml" Id="R375f82e2baf74e48" /><Relationship Type="http://schemas.openxmlformats.org/officeDocument/2006/relationships/slide" Target="/ppt/slides/slide16.xml" Id="R921b9633ea2e4fa7" /><Relationship Type="http://schemas.openxmlformats.org/officeDocument/2006/relationships/slide" Target="/ppt/slides/slide17.xml" Id="Rac9dbad30e824ac4" /><Relationship Type="http://schemas.openxmlformats.org/officeDocument/2006/relationships/slide" Target="/ppt/slides/slide18.xml" Id="R96d558c1d5944ade" /><Relationship Type="http://schemas.openxmlformats.org/officeDocument/2006/relationships/slide" Target="/ppt/slides/slide19.xml" Id="R0667d5f4a1204270" /><Relationship Type="http://schemas.openxmlformats.org/officeDocument/2006/relationships/slide" Target="/ppt/slides/slide20.xml" Id="R21b6f243eaff4fc0" /><Relationship Type="http://schemas.openxmlformats.org/officeDocument/2006/relationships/slide" Target="/ppt/slides/slide21.xml" Id="Raaa042c86eaa41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9319abc48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0f6166ec614f6c" /><Relationship Type="http://schemas.openxmlformats.org/officeDocument/2006/relationships/notesMaster" Target="/ppt/notesMasters/notesMaster1.xml" Id="R0c4d02254683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f7fb00a784adb" /><Relationship Type="http://schemas.openxmlformats.org/officeDocument/2006/relationships/notesMaster" Target="/ppt/notesMasters/notesMaster1.xml" Id="Rf256442e6adb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5657dd3b1c4c88" /><Relationship Type="http://schemas.openxmlformats.org/officeDocument/2006/relationships/notesMaster" Target="/ppt/notesMasters/notesMaster1.xml" Id="Race7f4a1cb5f41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399e365e84c24" /><Relationship Type="http://schemas.openxmlformats.org/officeDocument/2006/relationships/notesMaster" Target="/ppt/notesMasters/notesMaster1.xml" Id="Rc9448ede56b94e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45116b088249dd" /><Relationship Type="http://schemas.openxmlformats.org/officeDocument/2006/relationships/notesMaster" Target="/ppt/notesMasters/notesMaster1.xml" Id="Rdab2dc00c47c4e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aed04e1a1f4899" /><Relationship Type="http://schemas.openxmlformats.org/officeDocument/2006/relationships/notesMaster" Target="/ppt/notesMasters/notesMaster1.xml" Id="R669d2a11df5840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9725b258674956" /><Relationship Type="http://schemas.openxmlformats.org/officeDocument/2006/relationships/notesMaster" Target="/ppt/notesMasters/notesMaster1.xml" Id="R1532053fe8754a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538168fb84635" /><Relationship Type="http://schemas.openxmlformats.org/officeDocument/2006/relationships/notesMaster" Target="/ppt/notesMasters/notesMaster1.xml" Id="R3870b13b4e9b4c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5deb06ea0a49d2" /><Relationship Type="http://schemas.openxmlformats.org/officeDocument/2006/relationships/notesMaster" Target="/ppt/notesMasters/notesMaster1.xml" Id="R8bc3a4237e3b4e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03e0d6d8d74142" /><Relationship Type="http://schemas.openxmlformats.org/officeDocument/2006/relationships/notesMaster" Target="/ppt/notesMasters/notesMaster1.xml" Id="R8304f9e569d74c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6e53d728fc43c6" /><Relationship Type="http://schemas.openxmlformats.org/officeDocument/2006/relationships/notesMaster" Target="/ppt/notesMasters/notesMaster1.xml" Id="R7b50f3c0422943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e947124b2d4e23" /><Relationship Type="http://schemas.openxmlformats.org/officeDocument/2006/relationships/notesMaster" Target="/ppt/notesMasters/notesMaster1.xml" Id="R564743d1f74549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c0b7a8d95140f5" /><Relationship Type="http://schemas.openxmlformats.org/officeDocument/2006/relationships/notesMaster" Target="/ppt/notesMasters/notesMaster1.xml" Id="R93c8a35d64a64b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1143a081f54dc4" /><Relationship Type="http://schemas.openxmlformats.org/officeDocument/2006/relationships/notesMaster" Target="/ppt/notesMasters/notesMaster1.xml" Id="R3b16fdcbefdf41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9e8a5396ec4578" /><Relationship Type="http://schemas.openxmlformats.org/officeDocument/2006/relationships/notesMaster" Target="/ppt/notesMasters/notesMaster1.xml" Id="R0d2db9c7ef724e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af97811dc042ab" /><Relationship Type="http://schemas.openxmlformats.org/officeDocument/2006/relationships/notesMaster" Target="/ppt/notesMasters/notesMaster1.xml" Id="Rb8788d502cb849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51823649c0480d" /><Relationship Type="http://schemas.openxmlformats.org/officeDocument/2006/relationships/notesMaster" Target="/ppt/notesMasters/notesMaster1.xml" Id="Red0d54ad8a394b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957f9e4fd84647" /><Relationship Type="http://schemas.openxmlformats.org/officeDocument/2006/relationships/notesMaster" Target="/ppt/notesMasters/notesMaster1.xml" Id="R09ec595a34bf4f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ef09454f034b32" /><Relationship Type="http://schemas.openxmlformats.org/officeDocument/2006/relationships/notesMaster" Target="/ppt/notesMasters/notesMaster1.xml" Id="Raa693c760edd4d5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25d89a6e274d68" /><Relationship Type="http://schemas.openxmlformats.org/officeDocument/2006/relationships/notesMaster" Target="/ppt/notesMasters/notesMaster1.xml" Id="R80e34685c1e647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755d2add184e53" /><Relationship Type="http://schemas.openxmlformats.org/officeDocument/2006/relationships/notesMaster" Target="/ppt/notesMasters/notesMaster1.xml" Id="Rd2650c4940d847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Figure 12-1, PDF page 517. Original caption: Figure 12-1. (a) Load balancing shares the work of consuming a topic among consumers;</a:t>
            </a:r>
          </a:p>
          <a:p xmlns:a="http://schemas.openxmlformats.org/drawingml/2006/main">
            <a:r>
              <a:t>Explanation: 分区决定顺序范围，消费者分配决定并行度和交付方式。 消费者故障会触发重新投递，因此处理逻辑必须容忍重复。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Figure 12-2, PDF page 518. Original caption: Figure 12-2. Consumer 2 crashes while processing m3, so it is redelivered to consumer 1</a:t>
            </a:r>
          </a:p>
          <a:p xmlns:a="http://schemas.openxmlformats.org/drawingml/2006/main">
            <a:r>
              <a:t>Explanation: 分区决定顺序范围，消费者分配决定并行度和交付方式。 消费者故障会触发重新投递，因此处理逻辑必须容忍重复。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Figure 12-3, PDF page 520. Original caption: Figure 12-3. Producers send messages by appending them to a topic partition file, and</a:t>
            </a:r>
          </a:p>
          <a:p xmlns:a="http://schemas.openxmlformats.org/drawingml/2006/main">
            <a:r>
              <a:t>Explanation: 分区决定顺序范围，消费者分配决定并行度和交付方式。 消费者故障会触发重新投递，因此处理逻辑必须容忍重复。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Figure 12-4, PDF page 526. Original caption: Figure 12-4. In the database, X is first set to A and then to B, while at the search index</a:t>
            </a:r>
          </a:p>
          <a:p xmlns:a="http://schemas.openxmlformats.org/drawingml/2006/main">
            <a:r>
              <a:t>Explanation: 数据库已提交变化被捕获并传播到派生系统。 CDC 用有序且可重放的变更流替代容易不一致的双写。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Figure 12-5, PDF page 527. Original caption: Figure 12-5. Taking changes committed to a database and propagating them to down‐</a:t>
            </a:r>
          </a:p>
          <a:p xmlns:a="http://schemas.openxmlformats.org/drawingml/2006/main">
            <a:r>
              <a:t>Explanation: 数据库已提交变化被捕获并传播到派生系统。 CDC 用有序且可重放的变更流替代容易不一致的双写。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Figure 12-6, PDF page 529. Original caption: Figure 12-6. In this log of key-value pairs, the key is the ID of a cat video (mew,</a:t>
            </a:r>
          </a:p>
          <a:p xmlns:a="http://schemas.openxmlformats.org/drawingml/2006/main">
            <a:r>
              <a:t>Explanation: 该图具体展示：In this log of key-value pairs, the key is the ID of a cat video (mew,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Figure 12-7, PDF page 533. Original caption: Figure 12-7. The relationship between the current application state and an event stream</a:t>
            </a:r>
          </a:p>
          <a:p xmlns:a="http://schemas.openxmlformats.org/drawingml/2006/main">
            <a:r>
              <a:t>Explanation: 该图说明事件日志如何维护当前状态或时间窗口。 正确性取决于重放、事件时间、迟到数据和状态恢复规则。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Figure 12-8, PDF page 544. Original caption: Figure 12-8. Windowing by processing time introduces artifacts due to variations in</a:t>
            </a:r>
          </a:p>
          <a:p xmlns:a="http://schemas.openxmlformats.org/drawingml/2006/main">
            <a:r>
              <a:t>Explanation: 该图说明事件日志如何维护当前状态或时间窗口。 正确性取决于重放、事件时间、迟到数据和状态恢复规则。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12, book pages 487-529.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b31256e1249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c48e4b5e20411a" /><Relationship Type="http://schemas.openxmlformats.org/officeDocument/2006/relationships/slideLayout" Target="/ppt/slideLayouts/slideLayout1.xml" Id="R227ffce3edef44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7ffce3edef44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289f977564672" /><Relationship Type="http://schemas.openxmlformats.org/officeDocument/2006/relationships/notesSlide" Target="/ppt/notesSlides/notesSlide1.xml" Id="Re142717c37d64b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49613d38f4f79" /><Relationship Type="http://schemas.openxmlformats.org/officeDocument/2006/relationships/notesSlide" Target="/ppt/notesSlides/notesSlide2.xml" Id="Rccce249eaa6443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c119c9d8a403e" /><Relationship Type="http://schemas.openxmlformats.org/officeDocument/2006/relationships/notesSlide" Target="/ppt/notesSlides/notesSlide3.xml" Id="R7d7221b97d6c4d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47675b0fb4f02" /><Relationship Type="http://schemas.openxmlformats.org/officeDocument/2006/relationships/notesSlide" Target="/ppt/notesSlides/notesSlide4.xml" Id="R1d9c5fdae11c4d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9286425964509" /><Relationship Type="http://schemas.openxmlformats.org/officeDocument/2006/relationships/notesSlide" Target="/ppt/notesSlides/notesSlide5.xml" Id="Rd1f4b11d95f34f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c2a4893bb4aeb" /><Relationship Type="http://schemas.openxmlformats.org/officeDocument/2006/relationships/notesSlide" Target="/ppt/notesSlides/notesSlide6.xml" Id="Rd8558a226a114e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24ddaad634002" /><Relationship Type="http://schemas.openxmlformats.org/officeDocument/2006/relationships/image" Target="/ppt/media/image.png" Id="Rdbd4653fc162427d" /><Relationship Type="http://schemas.openxmlformats.org/officeDocument/2006/relationships/notesSlide" Target="/ppt/notesSlides/notesSlide7.xml" Id="R66e8943dd30149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0d213bd494d6c" /><Relationship Type="http://schemas.openxmlformats.org/officeDocument/2006/relationships/image" Target="/ppt/media/image2.png" Id="Rab27125aeb8145e9" /><Relationship Type="http://schemas.openxmlformats.org/officeDocument/2006/relationships/notesSlide" Target="/ppt/notesSlides/notesSlide8.xml" Id="R6a52c64945c946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1c835d2cb4b08" /><Relationship Type="http://schemas.openxmlformats.org/officeDocument/2006/relationships/image" Target="/ppt/media/image3.png" Id="R5cdbc407f2cc43ad" /><Relationship Type="http://schemas.openxmlformats.org/officeDocument/2006/relationships/notesSlide" Target="/ppt/notesSlides/notesSlide9.xml" Id="R79d854a935fc4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7128a35a343ef" /><Relationship Type="http://schemas.openxmlformats.org/officeDocument/2006/relationships/notesSlide" Target="/ppt/notesSlides/notesSlide10.xml" Id="R7359fa821bca40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66ba353614444" /><Relationship Type="http://schemas.openxmlformats.org/officeDocument/2006/relationships/notesSlide" Target="/ppt/notesSlides/notesSlide11.xml" Id="R0cd1f26e314641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8f84bc4884a85" /><Relationship Type="http://schemas.openxmlformats.org/officeDocument/2006/relationships/image" Target="/ppt/media/image4.png" Id="R4e7cc8d271fe4f10" /><Relationship Type="http://schemas.openxmlformats.org/officeDocument/2006/relationships/notesSlide" Target="/ppt/notesSlides/notesSlide12.xml" Id="R7b9e905249d54a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600fd27814a5a" /><Relationship Type="http://schemas.openxmlformats.org/officeDocument/2006/relationships/image" Target="/ppt/media/image5.png" Id="R3214f069d741445d" /><Relationship Type="http://schemas.openxmlformats.org/officeDocument/2006/relationships/notesSlide" Target="/ppt/notesSlides/notesSlide13.xml" Id="R69243f2d9dff4e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3818f53ab43f2" /><Relationship Type="http://schemas.openxmlformats.org/officeDocument/2006/relationships/image" Target="/ppt/media/image6.png" Id="R0b771793fbd14e76" /><Relationship Type="http://schemas.openxmlformats.org/officeDocument/2006/relationships/notesSlide" Target="/ppt/notesSlides/notesSlide14.xml" Id="Rc543a5f45fc142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bccf7f1fe44b8" /><Relationship Type="http://schemas.openxmlformats.org/officeDocument/2006/relationships/image" Target="/ppt/media/image7.png" Id="R9bd31a71b56b4064" /><Relationship Type="http://schemas.openxmlformats.org/officeDocument/2006/relationships/notesSlide" Target="/ppt/notesSlides/notesSlide15.xml" Id="Rdebe4d45d6f543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38a043a39425a" /><Relationship Type="http://schemas.openxmlformats.org/officeDocument/2006/relationships/notesSlide" Target="/ppt/notesSlides/notesSlide16.xml" Id="R1d6108e564214c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f5807450a487d" /><Relationship Type="http://schemas.openxmlformats.org/officeDocument/2006/relationships/notesSlide" Target="/ppt/notesSlides/notesSlide17.xml" Id="Ra63c3a6438664c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c6c36b8184228" /><Relationship Type="http://schemas.openxmlformats.org/officeDocument/2006/relationships/image" Target="/ppt/media/image8.png" Id="R15cb156147b0479c" /><Relationship Type="http://schemas.openxmlformats.org/officeDocument/2006/relationships/notesSlide" Target="/ppt/notesSlides/notesSlide18.xml" Id="Ra1dab72e8bd542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986e1633d4410" /><Relationship Type="http://schemas.openxmlformats.org/officeDocument/2006/relationships/notesSlide" Target="/ppt/notesSlides/notesSlide19.xml" Id="R6be21860ac2d4f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c01341d8f4093" /><Relationship Type="http://schemas.openxmlformats.org/officeDocument/2006/relationships/notesSlide" Target="/ppt/notesSlides/notesSlide20.xml" Id="R5922743dafa345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7ea9085154bc2" /><Relationship Type="http://schemas.openxmlformats.org/officeDocument/2006/relationships/notesSlide" Target="/ppt/notesSlides/notesSlide21.xml" Id="R4b11b7f167b449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4E731-963B-49CA-85A3-365DD4FA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5E3A4-E512-4AAC-892A-4F0AFC7C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流处理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DCF31-5A3F-496D-9F1A-49D01178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Stream 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4024D-2B30-41D6-A4A3-76AECF91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2A6E9-B948-4FF5-A744-22FC5E2F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408638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21B1C-7EEE-41C7-8B2D-F51207EC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859A8-D13B-48B2-B0E4-ACD1A867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16028-8600-4936-ABE6-97841F31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7E738-ACB8-4BB2-A7DA-0F49BF35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7C781-0417-4191-8C9A-2C2BD928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事件流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9DDB6-C986-490D-A0CF-05EA0DB0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事件是某时刻发生事实的不可变记录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9EF4E-73FC-4177-8269-4B1AB9F3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5CD1F-308F-4BBF-A3AD-0EB5B50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消息代理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B3419-D657-42BE-B4E8-E8723354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直接消息传递延迟低，但恢复和回放能力有限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F3B10-3AF4-4338-A95A-D25ECF74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6E10C-3718-4068-AB9D-53C45DE0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数据库与流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30961-0C70-41F2-A969-8822299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双写容易在部分失败时造成系统不一致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2BF95-4B16-488F-9AAC-3EB49595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DEC2C-7E11-4C43-9B66-6A85BC6D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时间语义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5101F-F6EF-4BDE-A577-D1AE5D5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事件时间描述业务发生时刻，处理时间描述系统观察时刻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186D5-8D44-417F-BB80-208B7C47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2BEE3-AF0A-4AC8-BC7A-BD320E65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状态与容错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22AB5-C03A-4099-8B9E-2147A9AE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流连接和聚合需要长期维护状态</a:t>
            </a:r>
          </a:p>
        </p:txBody>
      </p:sp>
    </p:spTree>
    <p:extLst>
      <p:ext uri="{BB962C8B-B14F-4D97-AF65-F5344CB8AC3E}">
        <p14:creationId xmlns:p14="http://schemas.microsoft.com/office/powerpoint/2010/main" val="2098523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76D9C-1F54-4FF3-A0E0-F21E47E2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E9DE2-A1CA-4E85-9176-35C2D4CC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事件流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1C00D-B7CE-4899-AB95-E42F179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7D1ED-41E3-4655-8F12-803E22A5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76C81-8E36-4EE3-B090-7EF649F5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事件是某时刻发生事实的不可变记录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消息系统在生产者与消费者之间传递事件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持久日志按分区保存顺序并允许多个消费者独立重放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599A2-01E7-4739-8CB1-94F53BA7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913F3-FA7B-4661-BC6B-E0DB2727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142519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DEAAF-7073-43F9-9DC7-D9AA33D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C3CFC-42B6-4DD3-BA48-D8876E1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事件流：设计权衡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BDEC2-6B7C-4D9A-AC63-8113E84E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8C266-D1DF-4A12-9C69-9360C57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CB298-1C1B-4FAE-B66B-F38B837D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适用条件：事件是某时刻发生事实的不可变记录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971477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E5CE8-9FF4-472F-9C72-68B12936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05F2B-3855-48C1-87BE-54F07FDB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消息代理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0561E-2E06-465D-8A2B-3A5D4E22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3447F-79D4-4009-919B-9F205F91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19074-0139-4903-9761-E1315AC2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直接消息传递延迟低，但恢复和回放能力有限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日志型代理把消息保留策略与消费位置分开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分区带来并行度，也限定了顺序保证的范围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B1674-FC54-4125-9F09-95D2B6EF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D109E-A7E8-4175-90EE-F30471A0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524255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183E0-1417-4430-A5DD-7EA3E5D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2D585-02C3-468B-BA8D-7E1905DA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消息代理：设计权衡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AE25B-8754-43B6-B91C-68E594FA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B5EA3-C64B-4F38-A020-3F0328C2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C3C80-B3FF-4577-8F63-CB2E6E46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适用条件：直接消息传递延迟低，但恢复和回放能力有限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670870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315AE-3570-44C9-B634-FA7A452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8F1D3-5EE5-492D-9E6F-B9FC091B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12-1：机制解释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70FFD-3536-4F89-800E-26D03CB6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4653fc162427d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C9BF3-B225-4919-B30D-57375422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9507F-CFF2-4987-976A-A5830626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分区决定顺序范围，消费者分配决定并行度和交付方式。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3679C-D1B1-4583-AB94-954D3424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8EFA5-B039-4389-AAC8-6EFFB98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消费者故障会触发重新投递，因此处理逻辑必须容忍重复。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778F2-52F9-4639-B23C-FD35E444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99CE2-DCA4-4120-B57A-0ED057B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566025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5B35F-D4E3-45F8-ABF8-341B9854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226C6-D332-46D5-9977-8071CF2F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12-2：机制解释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3A06D-AFD3-4C23-A592-80C56B66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7125aeb8145e9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C94AD-9E6A-4535-9231-4D32332A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73428-B021-4EB2-980B-0A3BA5A8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分区决定顺序范围，消费者分配决定并行度和交付方式。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5EB71-6573-4499-A804-FB8ECEB8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418C6-EA45-48E2-B4D9-11108DD9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消费者故障会触发重新投递，因此处理逻辑必须容忍重复。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CEDBE-9905-42E4-BB65-222480F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71C16-DC8D-410D-8588-FDC67C1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655849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DEF25-7DAB-4BAD-A601-66ED925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20207-81B7-4F62-A825-307BB1DD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12-3：机制解释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B4B1B-4F52-4959-945A-472DC120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bc407f2cc43ad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33339-FA8A-4639-9FB3-EC56B88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4F0F8-A648-46DE-865D-52635C7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分区决定顺序范围，消费者分配决定并行度和交付方式。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0BCD7-03B5-4C0D-92A6-A080A708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7DBA8-9D30-4294-A175-660CF63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消费者故障会触发重新投递，因此处理逻辑必须容忍重复。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A214E-A36D-4891-B17F-902A9E86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FF6AE-FA47-43B6-A469-BC69E123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001369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3DF70-BE43-4B4B-BA37-78035567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FCF8C-D09A-41CE-BE17-874F205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数据库与流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D271E-C7D6-42D5-A98C-F265510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5E212-D424-4432-80B6-E9E5F60E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FFD7B-0C0C-48F2-B487-C6E9E3E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双写容易在部分失败时造成系统不一致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变更数据捕获从数据库日志产生可靠变化流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事件溯源把变化事实作为主数据，状态成为派生视图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D8CB0-166A-4F8C-A708-69E9E3B1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86829-FA24-4BB9-98E3-AEFC3676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5067004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C9154-AA80-4622-BE72-74C07830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57C83-733C-4F01-9FED-75CB8BF2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数据库与流：设计权衡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827DD-74A1-4049-95D8-6447A570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C3720-2BAB-4951-8CF2-FDE575A5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1C004-10B6-44A5-988A-19BFF17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适用条件：双写容易在部分失败时造成系统不一致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4558388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6EBFB-361A-4387-87E1-EB71CF3B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0058F-071C-4F0F-8585-064FDB6F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12-4：机制解释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30B28-E27C-4A04-BF6C-AA08E9DC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cc8d271fe4f10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31D8C-277F-4EF8-B840-F82A7620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41059-793D-4169-B414-55BBC7F1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数据库已提交变化被捕获并传播到派生系统。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D6CE6-28B7-455F-91BC-658F826E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8F766-FFCA-40D3-8197-75211E5C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CDC 用有序且可重放的变更流替代容易不一致的双写。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2DB3E-0A0B-430A-8EE1-E6DB90BA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87211-5ADF-45F7-8940-F4D09126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20577062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768F5-7AB5-4FD0-BF2B-2AAF5B88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15AD2-81C1-4523-AE78-72262D03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12-5：机制解释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E3378-B6B8-4A94-A0C5-30BF73F5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4f069d741445d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A8B93-E2B5-46BB-BF45-548A9E3C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85312-2BD4-4D85-B8A3-5389B2EF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数据库已提交变化被捕获并传播到派生系统。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E545A-4D4B-4934-B7F1-6C010931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E4409-779D-4ED8-AAB4-B9EA8D93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CDC 用有序且可重放的变更流替代容易不一致的双写。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19ECE-C846-4FE8-8B21-C11AE77E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5E656-A008-4B75-80A0-30546F00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432121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4764B-7E1A-41F2-95E3-BD9E5F21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31BC8-1119-49C7-9741-7416AF41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12-6：机制解释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D10BC-2497-4464-8B3E-4669F098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71793fbd14e76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5ED3A-669F-4B43-91A1-2D640923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2B125-00B4-41E1-896D-AA94CDBE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该图具体展示：In this log of key-value pairs, the key is the ID of a cat video (mew,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0DBD5-5FA2-44A3-A9E7-7D1331F6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580E9-C78D-4C21-AA07-2F7B0F87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F0597-FD77-4EAA-AF89-4055DB6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D526D-C6BA-4260-A151-84B19333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343086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4671E-6BB3-4DB6-809C-D3F4348C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28A0A-E3CA-4FDB-80F4-F3B076D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12-7：机制解释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1EA24-6F95-44E2-A08B-5D020879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31a71b56b4064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38656-C4CA-43C4-A67E-9F2614D8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48F10-31DF-4DE2-A511-8A8A7C99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该图说明事件日志如何维护当前状态或时间窗口。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999C6-4E57-4EE6-B34F-469A443C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E6CAC-EE6D-4F46-B26B-40C48523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正确性取决于重放、事件时间、迟到数据和状态恢复规则。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45CAE-C7D0-4144-9B22-FF9C7B4B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8ED30-4B79-4670-8FD8-0B34AFC6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4613619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C59C6-E0FC-4F4D-8724-D122C256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01011-D5D6-4E37-ACC8-09D905B5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时间语义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EA313-AEB3-4F27-AA87-FC523F72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2962C-50C1-4A66-92ED-B7E8521D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91DC0-6E11-48BD-B2EF-8A64EE28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事件时间描述业务发生时刻，处理时间描述系统观察时刻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水位线估计输入进度，窗口聚合处理无界数据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迟到事件需要明确允许延迟、修正和最终完成策略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E1739-B7B2-4857-8D33-5DC4F6EC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E706A-F795-4640-8A14-F5C39BCF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9931331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AC7B-C65C-4D5D-B9C0-11AFA27D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6C19E-474A-4443-A796-0327836D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时间语义：设计权衡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40358-42F1-4BAD-9BFB-AE7CEA37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1C51A-0BCA-42BC-8AB8-360E23DB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6BF3F-9949-48EF-A0F6-A3F067F8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适用条件：事件时间描述业务发生时刻，处理时间描述系统观察时刻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2560898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BD9D9-9E59-4EC5-B41C-DEA435F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9221-16F3-48F7-ACD3-EFE40ACA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12-8：机制解释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83BA1-0D76-4D93-9564-A7148783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b156147b0479c"/>
          <a:stretch xmlns:a="http://schemas.openxmlformats.org/drawingml/2006/main"/>
        </p:blipFill>
        <p:spPr>
          <a:xfrm xmlns:a="http://schemas.openxmlformats.org/drawingml/2006/main">
            <a:off x="732326" y="1285875"/>
            <a:ext cx="732692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BD60-7883-4663-9F3A-CEE29148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6F636-8D03-4F1B-AC92-C9A374FD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该图说明事件日志如何维护当前状态或时间窗口。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A8046-33A7-4DA2-92E1-B687021A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1C4FB-C662-4315-839E-1FF7EAE0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正确性取决于重放、事件时间、迟到数据和状态恢复规则。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A9452-02CD-4CC3-AEFC-4560F897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B8920-D1DB-4A18-8770-04FD6A17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3318732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C97D1-6A6F-46AA-8F28-E2659229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2116C-6B01-48FA-87E2-05F0FA9D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状态与容错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84E49-B03F-4445-B2CE-E9C59F67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35A41-B4EA-4C2A-A191-96F48D2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93C7F-68C7-4820-86BD-4DD832F5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流连接和聚合需要长期维护状态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检查点把处理位置与状态快照协调起来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端到端正确性还要求接收端支持事务或幂等写入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8C1BE-C342-41D9-90C6-EAAC4C4B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272E9-3173-4615-9A3B-6CDAA245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527472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8D273-1B70-4E82-8FC7-6B7BF1D3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7E308-0FCF-4EBD-BDAE-B6D599D7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状态与容错：设计权衡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DDABB-DB2E-4871-A792-51204B5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D7040-65DA-44C6-91A0-C331F045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A8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92EF3-8154-45F2-AEA7-0068DCAC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适用条件：流连接和聚合需要长期维护状态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8042303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F00AA-1015-4948-9760-B50F9DAE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00A896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00A896"/>
                </a:solidFill>
                <a:latin typeface="Arial"/>
                <a:ea typeface="Arial"/>
                <a:cs typeface="Arial"/>
              </a:rPr>
              <a:t>第 12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21EDD-11C1-4311-A18E-83F28135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0165F-D901-4239-8EB9-0FCF1AC1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21 /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5B524-5CC8-4C8D-B2AE-5900857C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260594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2026-09-27T19:47:54.4100000Z</dcterms:created>
  <dcterms:modified xsi:type="dcterms:W3CDTF">2026-09-27T19:47:54.4100000Z</dcterms:modified>
</coreProperties>
</file>