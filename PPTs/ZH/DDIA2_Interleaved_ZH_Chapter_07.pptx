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b09fe7d06d4e83" /><Relationship Type="http://schemas.openxmlformats.org/officeDocument/2006/relationships/extended-properties" Target="/docProps/app.xml" Id="Rf0cdb583e85f4c66" /><Relationship Type="http://schemas.openxmlformats.org/officeDocument/2006/relationships/officeDocument" Target="/ppt/presentation.xml" Id="Rf412bc41da10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dc0bce150c404e"/>
  </p:sldMasterIdLst>
  <p:notesMasterIdLst>
    <p:notesMasterId xmlns:r="http://schemas.openxmlformats.org/officeDocument/2006/relationships" r:id="R60ac3f5f3bf84c6c"/>
  </p:notesMasterIdLst>
  <p:sldIdLst>
    <p:sldId xmlns:r="http://schemas.openxmlformats.org/officeDocument/2006/relationships" id="256" r:id="R8e4a9ac5aaa24abe"/>
    <p:sldId xmlns:r="http://schemas.openxmlformats.org/officeDocument/2006/relationships" id="257" r:id="R529c390256014a84"/>
    <p:sldId xmlns:r="http://schemas.openxmlformats.org/officeDocument/2006/relationships" id="258" r:id="Rca628945dec84768"/>
    <p:sldId xmlns:r="http://schemas.openxmlformats.org/officeDocument/2006/relationships" id="259" r:id="R58a9959af3fb49be"/>
    <p:sldId xmlns:r="http://schemas.openxmlformats.org/officeDocument/2006/relationships" id="260" r:id="R50316af5d9754bc8"/>
    <p:sldId xmlns:r="http://schemas.openxmlformats.org/officeDocument/2006/relationships" id="261" r:id="R42fda164d89c4f2e"/>
    <p:sldId xmlns:r="http://schemas.openxmlformats.org/officeDocument/2006/relationships" id="262" r:id="R8d58bd35145340d8"/>
    <p:sldId xmlns:r="http://schemas.openxmlformats.org/officeDocument/2006/relationships" id="263" r:id="R35bd346aa2f04935"/>
    <p:sldId xmlns:r="http://schemas.openxmlformats.org/officeDocument/2006/relationships" id="264" r:id="R71df9efe9e6d4e46"/>
    <p:sldId xmlns:r="http://schemas.openxmlformats.org/officeDocument/2006/relationships" id="265" r:id="R2a60fb9260e142b7"/>
    <p:sldId xmlns:r="http://schemas.openxmlformats.org/officeDocument/2006/relationships" id="266" r:id="Ra6e858d2c9e248f7"/>
    <p:sldId xmlns:r="http://schemas.openxmlformats.org/officeDocument/2006/relationships" id="267" r:id="R9fab5e5cc78f4cdb"/>
    <p:sldId xmlns:r="http://schemas.openxmlformats.org/officeDocument/2006/relationships" id="268" r:id="R72fd5009f1434f5e"/>
    <p:sldId xmlns:r="http://schemas.openxmlformats.org/officeDocument/2006/relationships" id="269" r:id="Rda67724fe1d445b6"/>
    <p:sldId xmlns:r="http://schemas.openxmlformats.org/officeDocument/2006/relationships" id="270" r:id="R7a843da2f3324952"/>
    <p:sldId xmlns:r="http://schemas.openxmlformats.org/officeDocument/2006/relationships" id="271" r:id="Rcde6541d72ff4711"/>
    <p:sldId xmlns:r="http://schemas.openxmlformats.org/officeDocument/2006/relationships" id="272" r:id="R77faabe357ed47fe"/>
    <p:sldId xmlns:r="http://schemas.openxmlformats.org/officeDocument/2006/relationships" id="273" r:id="R86ea8fafdc4d4d91"/>
    <p:sldId xmlns:r="http://schemas.openxmlformats.org/officeDocument/2006/relationships" id="274" r:id="R80ab6d6e19384771"/>
    <p:sldId xmlns:r="http://schemas.openxmlformats.org/officeDocument/2006/relationships" id="275" r:id="Rb9d99d92ad264e32"/>
    <p:sldId xmlns:r="http://schemas.openxmlformats.org/officeDocument/2006/relationships" id="276" r:id="R6b860ef54cb84d91"/>
    <p:sldId xmlns:r="http://schemas.openxmlformats.org/officeDocument/2006/relationships" id="277" r:id="Re8191d218d5a4fc6"/>
    <p:sldId xmlns:r="http://schemas.openxmlformats.org/officeDocument/2006/relationships" id="278" r:id="Rf37a5e5a915341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a5877879d3413a" /><Relationship Type="http://schemas.openxmlformats.org/officeDocument/2006/relationships/slideMaster" Target="/ppt/slideMasters/slideMaster1.xml" Id="R6fdc0bce150c404e" /><Relationship Type="http://schemas.openxmlformats.org/officeDocument/2006/relationships/notesMaster" Target="/ppt/notesMasters/notesMaster1.xml" Id="R60ac3f5f3bf84c6c" /><Relationship Type="http://schemas.openxmlformats.org/officeDocument/2006/relationships/presProps" Target="/ppt/presProps.xml" Id="R58f581c3bb114a53" /><Relationship Type="http://schemas.openxmlformats.org/officeDocument/2006/relationships/tableStyles" Target="/ppt/tableStyles.xml" Id="R785102df139a49ef" /><Relationship Type="http://schemas.openxmlformats.org/officeDocument/2006/relationships/slide" Target="/ppt/slides/slide1.xml" Id="R8e4a9ac5aaa24abe" /><Relationship Type="http://schemas.openxmlformats.org/officeDocument/2006/relationships/slide" Target="/ppt/slides/slide2.xml" Id="R529c390256014a84" /><Relationship Type="http://schemas.openxmlformats.org/officeDocument/2006/relationships/slide" Target="/ppt/slides/slide3.xml" Id="Rca628945dec84768" /><Relationship Type="http://schemas.openxmlformats.org/officeDocument/2006/relationships/slide" Target="/ppt/slides/slide4.xml" Id="R58a9959af3fb49be" /><Relationship Type="http://schemas.openxmlformats.org/officeDocument/2006/relationships/slide" Target="/ppt/slides/slide5.xml" Id="R50316af5d9754bc8" /><Relationship Type="http://schemas.openxmlformats.org/officeDocument/2006/relationships/slide" Target="/ppt/slides/slide6.xml" Id="R42fda164d89c4f2e" /><Relationship Type="http://schemas.openxmlformats.org/officeDocument/2006/relationships/slide" Target="/ppt/slides/slide7.xml" Id="R8d58bd35145340d8" /><Relationship Type="http://schemas.openxmlformats.org/officeDocument/2006/relationships/slide" Target="/ppt/slides/slide8.xml" Id="R35bd346aa2f04935" /><Relationship Type="http://schemas.openxmlformats.org/officeDocument/2006/relationships/slide" Target="/ppt/slides/slide9.xml" Id="R71df9efe9e6d4e46" /><Relationship Type="http://schemas.openxmlformats.org/officeDocument/2006/relationships/slide" Target="/ppt/slides/slide10.xml" Id="R2a60fb9260e142b7" /><Relationship Type="http://schemas.openxmlformats.org/officeDocument/2006/relationships/slide" Target="/ppt/slides/slide11.xml" Id="Ra6e858d2c9e248f7" /><Relationship Type="http://schemas.openxmlformats.org/officeDocument/2006/relationships/slide" Target="/ppt/slides/slide12.xml" Id="R9fab5e5cc78f4cdb" /><Relationship Type="http://schemas.openxmlformats.org/officeDocument/2006/relationships/slide" Target="/ppt/slides/slide13.xml" Id="R72fd5009f1434f5e" /><Relationship Type="http://schemas.openxmlformats.org/officeDocument/2006/relationships/slide" Target="/ppt/slides/slide14.xml" Id="Rda67724fe1d445b6" /><Relationship Type="http://schemas.openxmlformats.org/officeDocument/2006/relationships/slide" Target="/ppt/slides/slide15.xml" Id="R7a843da2f3324952" /><Relationship Type="http://schemas.openxmlformats.org/officeDocument/2006/relationships/slide" Target="/ppt/slides/slide16.xml" Id="Rcde6541d72ff4711" /><Relationship Type="http://schemas.openxmlformats.org/officeDocument/2006/relationships/slide" Target="/ppt/slides/slide17.xml" Id="R77faabe357ed47fe" /><Relationship Type="http://schemas.openxmlformats.org/officeDocument/2006/relationships/slide" Target="/ppt/slides/slide18.xml" Id="R86ea8fafdc4d4d91" /><Relationship Type="http://schemas.openxmlformats.org/officeDocument/2006/relationships/slide" Target="/ppt/slides/slide19.xml" Id="R80ab6d6e19384771" /><Relationship Type="http://schemas.openxmlformats.org/officeDocument/2006/relationships/slide" Target="/ppt/slides/slide20.xml" Id="Rb9d99d92ad264e32" /><Relationship Type="http://schemas.openxmlformats.org/officeDocument/2006/relationships/slide" Target="/ppt/slides/slide21.xml" Id="R6b860ef54cb84d91" /><Relationship Type="http://schemas.openxmlformats.org/officeDocument/2006/relationships/slide" Target="/ppt/slides/slide22.xml" Id="Re8191d218d5a4fc6" /><Relationship Type="http://schemas.openxmlformats.org/officeDocument/2006/relationships/slide" Target="/ppt/slides/slide23.xml" Id="Rf37a5e5a915341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54ac2a1584e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a398c449e4014" /><Relationship Type="http://schemas.openxmlformats.org/officeDocument/2006/relationships/notesMaster" Target="/ppt/notesMasters/notesMaster1.xml" Id="Re8dc9d879a9445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67b4b58dd45e9" /><Relationship Type="http://schemas.openxmlformats.org/officeDocument/2006/relationships/notesMaster" Target="/ppt/notesMasters/notesMaster1.xml" Id="R18508f731167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02cc032ed4b0f" /><Relationship Type="http://schemas.openxmlformats.org/officeDocument/2006/relationships/notesMaster" Target="/ppt/notesMasters/notesMaster1.xml" Id="R7e2696e6da5c44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2bfd694e74afe" /><Relationship Type="http://schemas.openxmlformats.org/officeDocument/2006/relationships/notesMaster" Target="/ppt/notesMasters/notesMaster1.xml" Id="Rdbb14294903e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fe552f6054b04" /><Relationship Type="http://schemas.openxmlformats.org/officeDocument/2006/relationships/notesMaster" Target="/ppt/notesMasters/notesMaster1.xml" Id="R981b66cadf05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59a9503534097" /><Relationship Type="http://schemas.openxmlformats.org/officeDocument/2006/relationships/notesMaster" Target="/ppt/notesMasters/notesMaster1.xml" Id="R94122a4f0d354b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36cc001ff540c9" /><Relationship Type="http://schemas.openxmlformats.org/officeDocument/2006/relationships/notesMaster" Target="/ppt/notesMasters/notesMaster1.xml" Id="R0fd419344208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35ab83487c47b3" /><Relationship Type="http://schemas.openxmlformats.org/officeDocument/2006/relationships/notesMaster" Target="/ppt/notesMasters/notesMaster1.xml" Id="R3575eff3e38c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ddf65766374ead" /><Relationship Type="http://schemas.openxmlformats.org/officeDocument/2006/relationships/notesMaster" Target="/ppt/notesMasters/notesMaster1.xml" Id="R4d370fdd0bf148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242ad0c4a94fec" /><Relationship Type="http://schemas.openxmlformats.org/officeDocument/2006/relationships/notesMaster" Target="/ppt/notesMasters/notesMaster1.xml" Id="R78570eccadfd4c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58b4edc8a0468e" /><Relationship Type="http://schemas.openxmlformats.org/officeDocument/2006/relationships/notesMaster" Target="/ppt/notesMasters/notesMaster1.xml" Id="R59c477402ed04b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4bb28ff7944be5" /><Relationship Type="http://schemas.openxmlformats.org/officeDocument/2006/relationships/notesMaster" Target="/ppt/notesMasters/notesMaster1.xml" Id="Re158d22307de4c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bb6509a736479f" /><Relationship Type="http://schemas.openxmlformats.org/officeDocument/2006/relationships/notesMaster" Target="/ppt/notesMasters/notesMaster1.xml" Id="Rb7632e7c5c564a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c2630b025e4a2f" /><Relationship Type="http://schemas.openxmlformats.org/officeDocument/2006/relationships/notesMaster" Target="/ppt/notesMasters/notesMaster1.xml" Id="R888a76c986cc46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b44a80f4b34c4d" /><Relationship Type="http://schemas.openxmlformats.org/officeDocument/2006/relationships/notesMaster" Target="/ppt/notesMasters/notesMaster1.xml" Id="R41c99e0378df4d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f204c73277471b" /><Relationship Type="http://schemas.openxmlformats.org/officeDocument/2006/relationships/notesMaster" Target="/ppt/notesMasters/notesMaster1.xml" Id="R78ab8cb8b48c48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ae62463fc8460d" /><Relationship Type="http://schemas.openxmlformats.org/officeDocument/2006/relationships/notesMaster" Target="/ppt/notesMasters/notesMaster1.xml" Id="Ra2e3e315c0a44e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99325cfa13434c" /><Relationship Type="http://schemas.openxmlformats.org/officeDocument/2006/relationships/notesMaster" Target="/ppt/notesMasters/notesMaster1.xml" Id="R605e1ce7947845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8edc2ff8614287" /><Relationship Type="http://schemas.openxmlformats.org/officeDocument/2006/relationships/notesMaster" Target="/ppt/notesMasters/notesMaster1.xml" Id="R54c590b5bf1044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a17757426a4fbb" /><Relationship Type="http://schemas.openxmlformats.org/officeDocument/2006/relationships/notesMaster" Target="/ppt/notesMasters/notesMaster1.xml" Id="R177e281653c34b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6f4a14330241df" /><Relationship Type="http://schemas.openxmlformats.org/officeDocument/2006/relationships/notesMaster" Target="/ppt/notesMasters/notesMaster1.xml" Id="Rf12aafd0852140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404ea764f2429a" /><Relationship Type="http://schemas.openxmlformats.org/officeDocument/2006/relationships/notesMaster" Target="/ppt/notesMasters/notesMaster1.xml" Id="R0414ee5545604f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0b18dce1dd4c48" /><Relationship Type="http://schemas.openxmlformats.org/officeDocument/2006/relationships/notesMaster" Target="/ppt/notesMasters/notesMaster1.xml" Id="Rdcbe060e5cd246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7-1, PDF page 276. Original caption: Figure 7-1. Combining replication and sharding: each node acts as leader for some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7-2, PDF page 280. Original caption: Figure 7-2. A print encyclopedia is sharded by key range.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7-3, PDF page 283. Original caption: Figure 7-3. Assigning keys to nodes by hashing the key and taking it modulo the number</a:t>
            </a:r>
          </a:p>
          <a:p xmlns:a="http://schemas.openxmlformats.org/drawingml/2006/main">
            <a:r>
              <a:t>Explanation: 该图具体展示：Assigning keys to nodes by hashing the key and taking it modulo the number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7-4, PDF page 284. Original caption: Figure 7-4. Adding a new node to a database cluster with multiple shards per node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7-5, PDF page 285. Original caption: Figure 7-5. Assigning a contiguous range of hash values to each shard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7-6, PDF page 286. Original caption: Figure 7-6. Cassandra and ScyllaDB split the range of possible hash values (here 0–1024)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7-7, PDF page 290. Original caption: Figure 7-7. Three ways of routing a request to the right node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7-8, PDF page 291. Original caption: Figure 7-8. Using ZooKeeper to keep track of the assignment of shards to nodes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7-9, PDF page 293. Original caption: Figure 7-9. With local secondary indexes, each shard indexes only the records it contains.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Figure 7-10, PDF page 294. Original caption: Figure 7-10. A global secondary index reflects data from all shards and is itself sharded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7, book pages 251-271.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1d6a08b654f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5df0de13204e96" /><Relationship Type="http://schemas.openxmlformats.org/officeDocument/2006/relationships/slideLayout" Target="/ppt/slideLayouts/slideLayout1.xml" Id="R645aa63ee67c4c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aa63ee67c4c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2a4412f974eac" /><Relationship Type="http://schemas.openxmlformats.org/officeDocument/2006/relationships/notesSlide" Target="/ppt/notesSlides/notesSlide1.xml" Id="R5d37cc2e7b13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788c984bb4691" /><Relationship Type="http://schemas.openxmlformats.org/officeDocument/2006/relationships/notesSlide" Target="/ppt/notesSlides/notesSlide2.xml" Id="R384ba1b9ffba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6838189a04fd7" /><Relationship Type="http://schemas.openxmlformats.org/officeDocument/2006/relationships/notesSlide" Target="/ppt/notesSlides/notesSlide3.xml" Id="R33909bcfe1af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49242e2724ab5" /><Relationship Type="http://schemas.openxmlformats.org/officeDocument/2006/relationships/notesSlide" Target="/ppt/notesSlides/notesSlide4.xml" Id="Rc7f4095222b544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ce600a449454f" /><Relationship Type="http://schemas.openxmlformats.org/officeDocument/2006/relationships/image" Target="/ppt/media/image.png" Id="R608a6c719bfe41e5" /><Relationship Type="http://schemas.openxmlformats.org/officeDocument/2006/relationships/notesSlide" Target="/ppt/notesSlides/notesSlide5.xml" Id="Rf3c514607765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2cca5d4d4cab" /><Relationship Type="http://schemas.openxmlformats.org/officeDocument/2006/relationships/notesSlide" Target="/ppt/notesSlides/notesSlide6.xml" Id="R0ee72afb9be4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bb4d77d1b4427" /><Relationship Type="http://schemas.openxmlformats.org/officeDocument/2006/relationships/notesSlide" Target="/ppt/notesSlides/notesSlide7.xml" Id="Rddbf918f7a5a4c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021bcc03244fb" /><Relationship Type="http://schemas.openxmlformats.org/officeDocument/2006/relationships/image" Target="/ppt/media/image2.png" Id="Rb3dd38faffa148a8" /><Relationship Type="http://schemas.openxmlformats.org/officeDocument/2006/relationships/notesSlide" Target="/ppt/notesSlides/notesSlide8.xml" Id="Rbae84787053142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44b7410494c23" /><Relationship Type="http://schemas.openxmlformats.org/officeDocument/2006/relationships/notesSlide" Target="/ppt/notesSlides/notesSlide9.xml" Id="R18fe1a5b7da545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f2161836e41e3" /><Relationship Type="http://schemas.openxmlformats.org/officeDocument/2006/relationships/notesSlide" Target="/ppt/notesSlides/notesSlide10.xml" Id="R86dc6a7a0983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212eec4c14b4a" /><Relationship Type="http://schemas.openxmlformats.org/officeDocument/2006/relationships/image" Target="/ppt/media/image3.png" Id="R759af878affa4313" /><Relationship Type="http://schemas.openxmlformats.org/officeDocument/2006/relationships/notesSlide" Target="/ppt/notesSlides/notesSlide11.xml" Id="Rb2a0ea03acb243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72de4adc74f84" /><Relationship Type="http://schemas.openxmlformats.org/officeDocument/2006/relationships/image" Target="/ppt/media/image4.png" Id="R0e56839205294d38" /><Relationship Type="http://schemas.openxmlformats.org/officeDocument/2006/relationships/notesSlide" Target="/ppt/notesSlides/notesSlide12.xml" Id="R223dd6f74fec42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f3a79bb1e47a5" /><Relationship Type="http://schemas.openxmlformats.org/officeDocument/2006/relationships/image" Target="/ppt/media/image5.png" Id="R3c1c658c481b4be8" /><Relationship Type="http://schemas.openxmlformats.org/officeDocument/2006/relationships/notesSlide" Target="/ppt/notesSlides/notesSlide13.xml" Id="Rf9e590df8a0b4a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2fa1bc9a34fc5" /><Relationship Type="http://schemas.openxmlformats.org/officeDocument/2006/relationships/image" Target="/ppt/media/image6.png" Id="R1158782880d64f40" /><Relationship Type="http://schemas.openxmlformats.org/officeDocument/2006/relationships/notesSlide" Target="/ppt/notesSlides/notesSlide14.xml" Id="R285deb15616240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81f59d5d34a8c" /><Relationship Type="http://schemas.openxmlformats.org/officeDocument/2006/relationships/notesSlide" Target="/ppt/notesSlides/notesSlide15.xml" Id="Rccf110c1343e4f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df93a0884eea" /><Relationship Type="http://schemas.openxmlformats.org/officeDocument/2006/relationships/notesSlide" Target="/ppt/notesSlides/notesSlide16.xml" Id="R98a6c34e403c43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f5cfc05c64f3c" /><Relationship Type="http://schemas.openxmlformats.org/officeDocument/2006/relationships/notesSlide" Target="/ppt/notesSlides/notesSlide17.xml" Id="R1cb605f2f0aa47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9dacaa2ac42e5" /><Relationship Type="http://schemas.openxmlformats.org/officeDocument/2006/relationships/notesSlide" Target="/ppt/notesSlides/notesSlide18.xml" Id="R9a766d167e7244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9376d1d6f4ef5" /><Relationship Type="http://schemas.openxmlformats.org/officeDocument/2006/relationships/image" Target="/ppt/media/image7.png" Id="Re2e5430f159d4bbe" /><Relationship Type="http://schemas.openxmlformats.org/officeDocument/2006/relationships/notesSlide" Target="/ppt/notesSlides/notesSlide19.xml" Id="R1804c400643042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65450f8242fe" /><Relationship Type="http://schemas.openxmlformats.org/officeDocument/2006/relationships/image" Target="/ppt/media/image8.png" Id="R7710d722b6514c4d" /><Relationship Type="http://schemas.openxmlformats.org/officeDocument/2006/relationships/notesSlide" Target="/ppt/notesSlides/notesSlide20.xml" Id="R13ee0d6feb5344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0a5ee0d834594" /><Relationship Type="http://schemas.openxmlformats.org/officeDocument/2006/relationships/image" Target="/ppt/media/image9.png" Id="Rd41997f9a4c3475a" /><Relationship Type="http://schemas.openxmlformats.org/officeDocument/2006/relationships/notesSlide" Target="/ppt/notesSlides/notesSlide21.xml" Id="R8ed0e000252c40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b0aa62c114d1e" /><Relationship Type="http://schemas.openxmlformats.org/officeDocument/2006/relationships/image" Target="/ppt/media/image10.png" Id="Rdf217f1eb566431e" /><Relationship Type="http://schemas.openxmlformats.org/officeDocument/2006/relationships/notesSlide" Target="/ppt/notesSlides/notesSlide22.xml" Id="Rc841879b27ab4f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2d5f5391642b9" /><Relationship Type="http://schemas.openxmlformats.org/officeDocument/2006/relationships/notesSlide" Target="/ppt/notesSlides/notesSlide23.xml" Id="R3505aaeb6edd4d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CDEC4-E789-4C8E-B7E3-4C17F456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32323-E61F-45F3-9476-26F9742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2E772-4C22-4361-A942-1630406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Sharding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DDFC0-AE69-4955-BF1E-17F2677F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C7455-C20A-435A-AFE6-47A81C6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23</a:t>
            </a:r>
          </a:p>
        </p:txBody>
      </p:sp>
    </p:spTree>
    <p:extLst>
      <p:ext uri="{BB962C8B-B14F-4D97-AF65-F5344CB8AC3E}">
        <p14:creationId xmlns:p14="http://schemas.microsoft.com/office/powerpoint/2010/main" val="1350955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747C3-32A4-4828-84C3-64226D1A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9348E-4A2B-474E-964E-38463A2E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90CC2-7254-437E-8DE1-1509C2C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70D8C-76D0-4930-A42F-F4352B1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6F338-5480-40AA-81F9-987A77B9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分片目标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6E5FE-EE4A-4661-8635-6D4915CB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把数据分散到多个节点以扩大容量和吞吐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3CEC6-03B3-4908-AADF-42260576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7E6EE-4DC6-4212-972F-52C8273A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键范围分片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87153-D348-4E1C-BA28-040C3DA8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连续键落在相邻分片，范围查询高效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B157E-14E5-4A0F-987F-97BC288B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54BA3-1F91-4C82-A11E-0DFC93A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哈希分片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499B0-FE78-4396-9272-655D1224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哈希让键更均匀地分布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9CD08-4CF0-401A-9324-1541D52E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E7DA1-17E7-4B80-A8DC-A42F35E7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热点与再平衡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6C747-BF01-4D00-96C8-414BEE60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热点可能来自热门键、租户或时间相关写入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89ECD-4E17-4F63-B822-BC1DCB0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260A-65F5-4510-AF75-63798D18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二级索引与路由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643C3-28E0-4C87-A637-D69AD56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本地索引写入简单，但查询需要散射到所有分片</a:t>
            </a:r>
          </a:p>
        </p:txBody>
      </p:sp>
    </p:spTree>
    <p:extLst>
      <p:ext uri="{BB962C8B-B14F-4D97-AF65-F5344CB8AC3E}">
        <p14:creationId xmlns:p14="http://schemas.microsoft.com/office/powerpoint/2010/main" val="992014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59C00-7201-4E52-B744-73441F3C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32BFD-273C-41D9-91A8-E1BFB18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分片目标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AF56F-145D-4935-8450-1E76E5BE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4D1CB-ED92-4C2A-9E08-B4AD71FE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59443-2650-43B8-99AF-611EFB4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把数据分散到多个节点以扩大容量和吞吐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主要难题是均匀分布、热点和跨分片操作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分片增加路由、再平衡和故障处理复杂度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B73EB-165B-4662-8340-785A24F0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E2B1-0F6B-43D5-81B7-DF192321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634070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425BE-306A-4E5C-B8E2-38FF77A9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EBAAD-EC84-44CF-8484-0257E6A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分片目标：设计权衡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4A852-9401-4248-8C4F-7AA30FED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67BB2-1591-48C6-819F-B4D981ED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32D8D-7C24-4E29-8E2D-6431D95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适用条件：把数据分散到多个节点以扩大容量和吞吐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663691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B169E-66E6-48CE-9666-93690A7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7F7F4-F833-4107-A6AA-F940AB3A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1A9FC-0622-481C-AF7C-2341ED7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a6c719bfe41e5"/>
          <a:stretch xmlns:a="http://schemas.openxmlformats.org/drawingml/2006/main"/>
        </p:blipFill>
        <p:spPr>
          <a:xfrm xmlns:a="http://schemas.openxmlformats.org/drawingml/2006/main">
            <a:off x="623510" y="1285875"/>
            <a:ext cx="7544554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C48D2-1AF4-4ECB-AB43-DCE11D7B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B26C0-03BA-4773-A211-F13BEE5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583-4A89-4F55-8454-B14ED3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78D59-6D71-414C-A1B0-A1A5E29C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27D47-58A6-4900-9944-D7E87BD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F3257-993B-4363-A2E0-6B2CC435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65371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9AAE2-B5BC-44B3-BDA3-E5973660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56ED0-F6F9-438E-96CB-0B883158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键范围分片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DCD3B-0353-47DF-8A34-E27C298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ED51B-0C5F-4F83-92E2-F912D4D8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16B5-A53F-4413-A366-34B0776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连续键落在相邻分片，范围查询高效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顺序写入容易把负载集中到一个分片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分片边界可按数据分布动态调整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BF844-21B3-4C8B-AEC8-293F6208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0AE5D-AFB5-4C60-9B2E-5BD37A0B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376108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801CC-826A-4D80-A8F0-7B6A73C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85874-6B88-4480-8DBA-2C54E68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键范围分片：设计权衡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2F985-3BD0-485D-A1D7-88FE564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D60FF-3F47-4F52-A4C9-39FD8446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33539-9460-4D7A-9A8C-BDA0541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适用条件：连续键落在相邻分片，范围查询高效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350241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ED91F-FE04-473B-863F-F5B928BA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E0FC1-7523-45AF-8809-8D967C73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D6B4-1084-40C0-A936-77F5FA0A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d38faffa148a8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9B271-A054-4506-89E4-CEA1ADE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4CA09-D71D-4997-A6A7-0759902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27EB4-ACE9-4A19-AA84-7DC5AA9E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04FDB-12C9-4957-8B28-D0693BF1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8E4E9-62BE-42F2-8AE9-B460D70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34480-63F3-4C26-89C2-A094DBE3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078250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C2399-5950-4EC4-8691-532A9F51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7F658-259A-42D9-B478-E2B2B00B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哈希分片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249F7-FD05-443C-B939-F05F4FE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A6124-68F3-4550-92DC-278624C9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B41CB-7368-457E-A670-EBE1223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哈希让键更均匀地分布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范围查询通常需要访问多个分片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一致性哈希或固定槽位减少再平衡时的数据移动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60AA4-117E-4681-ABB6-674D9B9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6CA88-2677-4992-BE71-6BB73214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798436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0C458-553D-4641-9C5A-E2048984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897C1-F747-41EA-B409-33DD3B8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哈希分片：设计权衡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9990B-FFC0-488F-9F56-0BB23A8B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E4585-BC7F-4BD8-B35B-E6D0C92D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27BC8-ABC1-4933-A84E-4725CD2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适用条件：哈希让键更均匀地分布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458029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6DEEA-0A2D-4F9B-90FF-9A56685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F4AC4-00FC-4816-A5F2-6F070059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821B1-2CDB-4897-837B-504D13E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af878affa4313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5141-26B6-4338-ACD7-6B52D0AA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67091-3116-4D1A-AC4B-E993EC0D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该图具体展示：Assigning keys to nodes by hashing the key and taking it modulo the number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E2F9B-B2BF-4058-82E6-8059F80A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E95AA-8BB7-4EA7-8FA0-47698DD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02E59-2677-493D-9FD1-24F2235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8C848-2E22-4E34-BE6F-EF55C1A1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452951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C9C88-865A-425B-8DDC-3F374E1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8E779-5928-431E-8AAD-309AA52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16C58-B9A5-45B5-8D41-02DC826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6839205294d38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0E39-9814-4D1F-BCC3-6C0F6A8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0790F-E6D3-44B9-B04D-81F18F5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AFF58-6191-41D2-8D7E-1B1AC56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D0407-110B-4511-AE71-EF9B460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46623-50BF-433F-9ED2-3C3CD86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78506-4028-4780-AC3B-6DAAE2D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837334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DAD0A-A368-4D5A-BA1A-24D4893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E38C7-0A18-448E-AD4F-4C28054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91CE-C361-4A58-9F7D-2AC7440D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c658c481b4be8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F031-9B1C-4F25-8106-8C0F17E1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DD2E5-5A04-4087-B8DE-4D2AF22B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86BE4-9DF1-4620-91B1-6E3EA951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19567-ED36-4589-8F27-C6CB598B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E348D-823C-4660-9951-F78B5B5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C9ACA-C02B-4C37-B7B4-CE63E81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4674237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EA557-359A-4FA4-8C24-2CB8790C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F6BF2-5C60-4AD1-BB89-14DDB4CB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3EEAF-740C-4C96-8FB9-D79F85F8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8782880d64f40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E85C0-DFF6-4F7F-8BE6-91C9A62F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73253-2051-4E57-951A-7D1D30E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E3778-19B8-46E8-81B9-A0DE03E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FDD61-95F0-4CAF-8965-3D75FAC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967C7-21F3-4C70-9E41-E0616C1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5EEF6-F1C3-489F-9D09-E9A4261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918103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7E091-CA81-49E1-8A0F-12B27A60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6FF1C-76ED-40AB-851E-51A83CD6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热点与再平衡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C9F19-C571-429B-BD7B-1950510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E4295-35F7-4FDD-B7FF-7934C328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D1995-955E-4C4D-A23E-4EED6A5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热点可能来自热门键、租户或时间相关写入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拆分热门键会增加聚合和一致性成本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自动再平衡需要限制迁移速度并保持服务稳定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0A045-41CE-4BCC-9930-341A1E94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09E17-59A0-4FC8-91A4-CF5DE9C6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326152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A530E-C057-4F23-B83A-6424706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7E3FE-CDBB-4B71-AED8-26684853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热点与再平衡：设计权衡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FAC31-44C6-4494-8FE4-24EB50B7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5996D-2978-4B5A-B184-4C193948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06E76-5D02-4106-86F9-23B5F19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适用条件：热点可能来自热门键、租户或时间相关写入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980198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7FDF3-CE24-4830-99EC-B4237F91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C37FE-D241-4B2B-9549-B168A7B3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二级索引与路由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001C8-E7AF-42AD-A497-7E7ECBCE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09565-12E0-4D6D-A729-87101E71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0D723-3CAF-4D42-A8DB-C959D314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本地索引写入简单，但查询需要散射到所有分片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全局索引查询高效，更新往往异步且更复杂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路由层必须知道分片归属，并处理拓扑变化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D2E9-AE77-4ADE-99CB-D47BFBB1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4E0B7-EDD0-477F-8C64-8AF1663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6861326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B5DE9-3934-4DDF-99AC-FBB3B3C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CF57A-6B37-4D85-B3D4-D19F941D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二级索引与路由：设计权衡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DC4F0-8734-44B7-AE49-B3FCF6F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58E32-CC94-4838-9CF8-16C7E3AB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B0DBC-BB64-46E0-AFAB-307D1D35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适用条件：本地索引写入简单，但查询需要散射到所有分片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4101036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5ECEE-E70D-443D-A3FE-FBBDC76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F288F-DCA7-45CC-B78A-ADA95418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6C4C5-83D7-485E-A052-040EAFD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5430f159d4bbe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9C266-7320-46C4-951E-06A9E840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2DFAD-9267-42C8-8322-7522ED01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41807-289A-4B28-9271-1DDDFD16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9CAD6-961D-4B69-969E-F5B246CA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D774B-CC46-4F0B-B448-1B748E15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BCD06-C7C4-4903-848E-A2794DF4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0957058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E147D-63FA-4D41-B990-A47C0EE8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11F25-BE02-41CB-8E9D-0E1859E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D0AE1-D174-4EB0-B8A9-B4D42847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0d722b6514c4d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1FA48-5FA4-42A5-898B-09A48B72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F579E-AD23-4E9E-98BF-A0BE4C2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669CC-B69B-4331-AF4F-45CC7DAE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687D3-7AE7-429F-A737-95253A72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15B56-B895-4129-82FA-C273ED09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47BCC-F239-454C-BFB3-28D1D044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081387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5CBAC-2F8F-474E-A01C-D5FFEA4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F31F0-0B22-4211-9FF8-96F6137C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7-9：机制解释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CA362-4F17-456E-9622-9D612E5E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997f9a4c3475a"/>
          <a:stretch xmlns:a="http://schemas.openxmlformats.org/drawingml/2006/main"/>
        </p:blipFill>
        <p:spPr>
          <a:xfrm xmlns:a="http://schemas.openxmlformats.org/drawingml/2006/main">
            <a:off x="1213210" y="1285875"/>
            <a:ext cx="636515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AF39B-90CF-48BD-945D-B2558E32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AAD25-1884-4E74-A5E0-6DEE144B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EE6AA-03AD-4395-BEBF-ABCC1720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E76A-39CF-4F01-BDE7-27E595F7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9EFB0-E669-4EC6-BA26-1A2DB93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076A6-DD14-4F47-93D5-8FDF179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5708430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433E5-5A9D-4DF2-A9A0-01B0E02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5A053-53CA-45DE-9D16-676423F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7-10：机制解释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FA0D9-FD2C-44E7-B58D-250008C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22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17f1eb566431e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7DCEA-5518-4608-9523-7781C23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D2C4-241E-4FA4-94A5-74C2F5A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B327A-4A22-4386-83EE-AA80C48F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17959-FF8E-41F5-A85B-CBDF5C5F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5FAC4-5B68-467D-AAE9-2A9C92FF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1720F-7426-42C6-A0B1-30BD544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7949473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BC36C-7654-44EE-869E-725030E5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3A86FF"/>
                </a:solidFill>
                <a:latin typeface="Arial"/>
                <a:ea typeface="Arial"/>
                <a:cs typeface="Arial"/>
              </a:rPr>
              <a:t>第 07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8FD1D-E74C-4D41-8705-F3B07D1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37D1-2AC7-446B-B9AE-3E3C7E81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984AB-772A-4290-B852-17E0831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651559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2026-09-27T19:47:29.0400000Z</dcterms:created>
  <dcterms:modified xsi:type="dcterms:W3CDTF">2026-09-27T19:47:29.0400000Z</dcterms:modified>
</coreProperties>
</file>