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a56647a7e34460" /><Relationship Type="http://schemas.openxmlformats.org/officeDocument/2006/relationships/extended-properties" Target="/docProps/app.xml" Id="Rf3be239dcde943d3" /><Relationship Type="http://schemas.openxmlformats.org/officeDocument/2006/relationships/officeDocument" Target="/ppt/presentation.xml" Id="Ra540d0f5e2e446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767daff4e4c68"/>
  </p:sldMasterIdLst>
  <p:notesMasterIdLst>
    <p:notesMasterId xmlns:r="http://schemas.openxmlformats.org/officeDocument/2006/relationships" r:id="R943ef64032804180"/>
  </p:notesMasterIdLst>
  <p:sldIdLst>
    <p:sldId xmlns:r="http://schemas.openxmlformats.org/officeDocument/2006/relationships" id="256" r:id="Rb04543d96c104fb3"/>
    <p:sldId xmlns:r="http://schemas.openxmlformats.org/officeDocument/2006/relationships" id="257" r:id="R157213cc008746e3"/>
    <p:sldId xmlns:r="http://schemas.openxmlformats.org/officeDocument/2006/relationships" id="258" r:id="Radf3096ced0a477d"/>
    <p:sldId xmlns:r="http://schemas.openxmlformats.org/officeDocument/2006/relationships" id="259" r:id="R7e2c5ea0a19c4013"/>
    <p:sldId xmlns:r="http://schemas.openxmlformats.org/officeDocument/2006/relationships" id="260" r:id="R2a03416b92a9465d"/>
    <p:sldId xmlns:r="http://schemas.openxmlformats.org/officeDocument/2006/relationships" id="261" r:id="Rba34833411a24420"/>
    <p:sldId xmlns:r="http://schemas.openxmlformats.org/officeDocument/2006/relationships" id="262" r:id="R497c232731d940d5"/>
    <p:sldId xmlns:r="http://schemas.openxmlformats.org/officeDocument/2006/relationships" id="263" r:id="R3af685aa85424747"/>
    <p:sldId xmlns:r="http://schemas.openxmlformats.org/officeDocument/2006/relationships" id="264" r:id="R21a1eca4e59546e0"/>
    <p:sldId xmlns:r="http://schemas.openxmlformats.org/officeDocument/2006/relationships" id="265" r:id="R907b45497ced4b39"/>
    <p:sldId xmlns:r="http://schemas.openxmlformats.org/officeDocument/2006/relationships" id="266" r:id="Ra7ca78ccbfd34541"/>
    <p:sldId xmlns:r="http://schemas.openxmlformats.org/officeDocument/2006/relationships" id="267" r:id="Rf707fc4bc0324a3f"/>
    <p:sldId xmlns:r="http://schemas.openxmlformats.org/officeDocument/2006/relationships" id="268" r:id="R97503ea2b1aa446d"/>
    <p:sldId xmlns:r="http://schemas.openxmlformats.org/officeDocument/2006/relationships" id="269" r:id="R40a6a3fbffdb484d"/>
    <p:sldId xmlns:r="http://schemas.openxmlformats.org/officeDocument/2006/relationships" id="270" r:id="R8d0f5a0799114c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53595cc413411e" /><Relationship Type="http://schemas.openxmlformats.org/officeDocument/2006/relationships/slideMaster" Target="/ppt/slideMasters/slideMaster1.xml" Id="R53b767daff4e4c68" /><Relationship Type="http://schemas.openxmlformats.org/officeDocument/2006/relationships/notesMaster" Target="/ppt/notesMasters/notesMaster1.xml" Id="R943ef64032804180" /><Relationship Type="http://schemas.openxmlformats.org/officeDocument/2006/relationships/presProps" Target="/ppt/presProps.xml" Id="R04198d00cf9c4f52" /><Relationship Type="http://schemas.openxmlformats.org/officeDocument/2006/relationships/tableStyles" Target="/ppt/tableStyles.xml" Id="R55993bf490a74418" /><Relationship Type="http://schemas.openxmlformats.org/officeDocument/2006/relationships/slide" Target="/ppt/slides/slide1.xml" Id="Rb04543d96c104fb3" /><Relationship Type="http://schemas.openxmlformats.org/officeDocument/2006/relationships/slide" Target="/ppt/slides/slide2.xml" Id="R157213cc008746e3" /><Relationship Type="http://schemas.openxmlformats.org/officeDocument/2006/relationships/slide" Target="/ppt/slides/slide3.xml" Id="Radf3096ced0a477d" /><Relationship Type="http://schemas.openxmlformats.org/officeDocument/2006/relationships/slide" Target="/ppt/slides/slide4.xml" Id="R7e2c5ea0a19c4013" /><Relationship Type="http://schemas.openxmlformats.org/officeDocument/2006/relationships/slide" Target="/ppt/slides/slide5.xml" Id="R2a03416b92a9465d" /><Relationship Type="http://schemas.openxmlformats.org/officeDocument/2006/relationships/slide" Target="/ppt/slides/slide6.xml" Id="Rba34833411a24420" /><Relationship Type="http://schemas.openxmlformats.org/officeDocument/2006/relationships/slide" Target="/ppt/slides/slide7.xml" Id="R497c232731d940d5" /><Relationship Type="http://schemas.openxmlformats.org/officeDocument/2006/relationships/slide" Target="/ppt/slides/slide8.xml" Id="R3af685aa85424747" /><Relationship Type="http://schemas.openxmlformats.org/officeDocument/2006/relationships/slide" Target="/ppt/slides/slide9.xml" Id="R21a1eca4e59546e0" /><Relationship Type="http://schemas.openxmlformats.org/officeDocument/2006/relationships/slide" Target="/ppt/slides/slide10.xml" Id="R907b45497ced4b39" /><Relationship Type="http://schemas.openxmlformats.org/officeDocument/2006/relationships/slide" Target="/ppt/slides/slide11.xml" Id="Ra7ca78ccbfd34541" /><Relationship Type="http://schemas.openxmlformats.org/officeDocument/2006/relationships/slide" Target="/ppt/slides/slide12.xml" Id="Rf707fc4bc0324a3f" /><Relationship Type="http://schemas.openxmlformats.org/officeDocument/2006/relationships/slide" Target="/ppt/slides/slide13.xml" Id="R97503ea2b1aa446d" /><Relationship Type="http://schemas.openxmlformats.org/officeDocument/2006/relationships/slide" Target="/ppt/slides/slide14.xml" Id="R40a6a3fbffdb484d" /><Relationship Type="http://schemas.openxmlformats.org/officeDocument/2006/relationships/slide" Target="/ppt/slides/slide15.xml" Id="R8d0f5a0799114c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12def7b65c46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d365e92274709" /><Relationship Type="http://schemas.openxmlformats.org/officeDocument/2006/relationships/notesMaster" Target="/ppt/notesMasters/notesMaster1.xml" Id="R860bf326594c49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45236b237e445e" /><Relationship Type="http://schemas.openxmlformats.org/officeDocument/2006/relationships/notesMaster" Target="/ppt/notesMasters/notesMaster1.xml" Id="R84c11a7ee05647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79bca764542c8" /><Relationship Type="http://schemas.openxmlformats.org/officeDocument/2006/relationships/notesMaster" Target="/ppt/notesMasters/notesMaster1.xml" Id="R8d5c247b824b4e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2b260207764337" /><Relationship Type="http://schemas.openxmlformats.org/officeDocument/2006/relationships/notesMaster" Target="/ppt/notesMasters/notesMaster1.xml" Id="R3279cecf25564d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4c709d0c0b4d69" /><Relationship Type="http://schemas.openxmlformats.org/officeDocument/2006/relationships/notesMaster" Target="/ppt/notesMasters/notesMaster1.xml" Id="Rf0c7abfafd354e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e578567e144ed3" /><Relationship Type="http://schemas.openxmlformats.org/officeDocument/2006/relationships/notesMaster" Target="/ppt/notesMasters/notesMaster1.xml" Id="R3c85a8526fda42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d4a2e577f7416c" /><Relationship Type="http://schemas.openxmlformats.org/officeDocument/2006/relationships/notesMaster" Target="/ppt/notesMasters/notesMaster1.xml" Id="R469332a019b249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4b8cefe6444c9" /><Relationship Type="http://schemas.openxmlformats.org/officeDocument/2006/relationships/notesMaster" Target="/ppt/notesMasters/notesMaster1.xml" Id="R8ee19149a4874b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ae6f65d5ce4afd" /><Relationship Type="http://schemas.openxmlformats.org/officeDocument/2006/relationships/notesMaster" Target="/ppt/notesMasters/notesMaster1.xml" Id="R63d4537edb5f46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a35b8712de4d8f" /><Relationship Type="http://schemas.openxmlformats.org/officeDocument/2006/relationships/notesMaster" Target="/ppt/notesMasters/notesMaster1.xml" Id="R4ebc02397fad4e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70c14700a54721" /><Relationship Type="http://schemas.openxmlformats.org/officeDocument/2006/relationships/notesMaster" Target="/ppt/notesMasters/notesMaster1.xml" Id="R49167f08799e4a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d33f13afab4e54" /><Relationship Type="http://schemas.openxmlformats.org/officeDocument/2006/relationships/notesMaster" Target="/ppt/notesMasters/notesMaster1.xml" Id="R17d5103496fd4b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97b43287fc4622" /><Relationship Type="http://schemas.openxmlformats.org/officeDocument/2006/relationships/notesMaster" Target="/ppt/notesMasters/notesMaster1.xml" Id="Rbcf4d74f65f444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09dab9811f4558" /><Relationship Type="http://schemas.openxmlformats.org/officeDocument/2006/relationships/notesMaster" Target="/ppt/notesMasters/notesMaster1.xml" Id="R232d0d6638a74b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92c8e13191445a" /><Relationship Type="http://schemas.openxmlformats.org/officeDocument/2006/relationships/notesMaster" Target="/ppt/notesMasters/notesMaster1.xml" Id="Rdd927cfb6c4e49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Figure 1-1, PDF page 32. Original caption: Figure 1-1. A simplified outline of ETL into a data warehouse</a:t>
            </a:r>
          </a:p>
          <a:p xmlns:a="http://schemas.openxmlformats.org/drawingml/2006/main">
            <a:r>
              <a:t>Explanation: 数据从业务源经过转换进入分析型存储。 数仓属于派生数据，因此可重复加载和数据血缘非常重要。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Figure 1-2, PDF page 36. Original caption: Figure 1-2. The spectrum of decisions on outsourcing software and its operations</a:t>
            </a:r>
          </a:p>
          <a:p xmlns:a="http://schemas.openxmlformats.org/drawingml/2006/main">
            <a:r>
              <a:t>Explanation: 该图具体展示：The spectrum of decisions on outsourcing software and its operations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1, book pages 1-25.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c3f0336ea45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38907535b24c6d" /><Relationship Type="http://schemas.openxmlformats.org/officeDocument/2006/relationships/slideLayout" Target="/ppt/slideLayouts/slideLayout1.xml" Id="R9f25b930936144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25b930936144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6c7b29f2d4ad6" /><Relationship Type="http://schemas.openxmlformats.org/officeDocument/2006/relationships/notesSlide" Target="/ppt/notesSlides/notesSlide1.xml" Id="Rcc530673ca8f4f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6fb68988a4d12" /><Relationship Type="http://schemas.openxmlformats.org/officeDocument/2006/relationships/notesSlide" Target="/ppt/notesSlides/notesSlide2.xml" Id="Ra7a444be939d4c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91aeec5d64d00" /><Relationship Type="http://schemas.openxmlformats.org/officeDocument/2006/relationships/notesSlide" Target="/ppt/notesSlides/notesSlide3.xml" Id="Rdcf90b6785df47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1f1661def441a" /><Relationship Type="http://schemas.openxmlformats.org/officeDocument/2006/relationships/notesSlide" Target="/ppt/notesSlides/notesSlide4.xml" Id="R745f930a521c47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42cee6ce2403a" /><Relationship Type="http://schemas.openxmlformats.org/officeDocument/2006/relationships/image" Target="/ppt/media/image.png" Id="R3cf1d5f602674fa8" /><Relationship Type="http://schemas.openxmlformats.org/officeDocument/2006/relationships/notesSlide" Target="/ppt/notesSlides/notesSlide5.xml" Id="R3234e732807f4c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333a554b448e3" /><Relationship Type="http://schemas.openxmlformats.org/officeDocument/2006/relationships/notesSlide" Target="/ppt/notesSlides/notesSlide6.xml" Id="R71540f520c984b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bfae6f12442d9" /><Relationship Type="http://schemas.openxmlformats.org/officeDocument/2006/relationships/notesSlide" Target="/ppt/notesSlides/notesSlide7.xml" Id="Rac398afa678541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05b30fb5e4ff6" /><Relationship Type="http://schemas.openxmlformats.org/officeDocument/2006/relationships/image" Target="/ppt/media/image2.png" Id="R8ce498eff978466a" /><Relationship Type="http://schemas.openxmlformats.org/officeDocument/2006/relationships/notesSlide" Target="/ppt/notesSlides/notesSlide8.xml" Id="Re77a7e404c3643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55ea61f4d4f5f" /><Relationship Type="http://schemas.openxmlformats.org/officeDocument/2006/relationships/notesSlide" Target="/ppt/notesSlides/notesSlide9.xml" Id="R89ca0516be3745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ec7bbdeaa4049" /><Relationship Type="http://schemas.openxmlformats.org/officeDocument/2006/relationships/notesSlide" Target="/ppt/notesSlides/notesSlide10.xml" Id="Rbd753d03fda947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61953257b470c" /><Relationship Type="http://schemas.openxmlformats.org/officeDocument/2006/relationships/notesSlide" Target="/ppt/notesSlides/notesSlide11.xml" Id="R5116be3bd8174a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39cf4a1c845fe" /><Relationship Type="http://schemas.openxmlformats.org/officeDocument/2006/relationships/notesSlide" Target="/ppt/notesSlides/notesSlide12.xml" Id="R8794617cfa0743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72ced7eaf4215" /><Relationship Type="http://schemas.openxmlformats.org/officeDocument/2006/relationships/notesSlide" Target="/ppt/notesSlides/notesSlide13.xml" Id="Rceb367e43deb4a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9dac8c2904bb2" /><Relationship Type="http://schemas.openxmlformats.org/officeDocument/2006/relationships/notesSlide" Target="/ppt/notesSlides/notesSlide14.xml" Id="Re5529f49a51b4c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bd81c919543c4" /><Relationship Type="http://schemas.openxmlformats.org/officeDocument/2006/relationships/notesSlide" Target="/ppt/notesSlides/notesSlide15.xml" Id="R21d104db502641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6962C-98BB-47D7-8554-0BDC8A6E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1A0B1-2487-413E-8A1E-9B54CB97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数据系统架构中的权衡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99DEF-6843-4355-9E43-0713CF93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Trade-Offs in Data Systems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EF715-4C1F-4423-8AC7-85755ED0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2AA70-9788-4276-98BA-4AAE420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600478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EA290-0DA5-45D0-A79D-2619FF60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E730F-744C-44E8-9234-C6463254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85909-E239-4A31-B6BB-41CE8BFD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0312D-F988-4F11-817D-82A7E37D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9FC4F-0F45-4666-9ADF-6D4CB9EC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两类工作负载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8E1F2-8486-4F56-A044-0E8D21AE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OLTP 面向频繁、低延迟的小范围读写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8CFC5-6918-409A-861D-858EEFF1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D0E5F-3663-4E41-BEA1-1BF3F14D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记录系统与派生数据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5B2DE-B1E2-467B-B9B7-3EE3099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记录系统保存业务事实的权威版本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86F71-815D-4379-A3A8-0B2E4802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2CDB7-9F43-44F1-97C7-D0C7A742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云服务与自托管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AC437-160C-4678-9B12-8682291D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云服务用租用、弹性和托管能力换取控制权与可移植性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FD405-5A15-42A7-B34C-38F352A9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E6C94-D594-4752-B04D-4058346C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分布式与单机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D130F-ECB7-457B-B756-DEC3779C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单机更易推理，分布式系统换来容量、容错和地理覆盖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182C7-5F44-437B-85CA-D3B1BBF4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16B3B-1995-43DB-87B3-15950EDE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架构决策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D39E2-9119-42A1-B15F-E20FC903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先写清工作负载、数据量、SLO 和故障模型</a:t>
            </a:r>
          </a:p>
        </p:txBody>
      </p:sp>
    </p:spTree>
    <p:extLst>
      <p:ext uri="{BB962C8B-B14F-4D97-AF65-F5344CB8AC3E}">
        <p14:creationId xmlns:p14="http://schemas.microsoft.com/office/powerpoint/2010/main" val="891316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950E4-7FAA-482B-B87A-112D2A2F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B603F-4171-4E1D-8589-87EA2ADB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两类工作负载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BCA5F-9D68-4AAB-AE3B-9D45F10B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17468-936B-4F46-B5A7-75BA59F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00A78-8C86-4182-9326-41D246F1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OLTP 面向频繁、低延迟的小范围读写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分析系统扫描大量历史数据并做聚合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把系统分开可以独立优化，也会引入数据同步成本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BC9B6-4B4D-409D-A1C5-E3F5DA27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9A362-FC0B-42C6-9EE3-3F29B07D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092715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77890-0FC9-4934-BCC6-2436D674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21BBF-99D3-4363-8553-AA275682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两类工作负载：设计权衡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E9597-4B35-4239-AEC9-6A3E2BD3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8EEE1-BD4E-4E31-B262-18F5CC25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5346C-22EB-4E78-B158-D70BE869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适用条件：OLTP 面向频繁、低延迟的小范围读写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478685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F68DB-068A-427C-BF77-A81B5DB0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3B48C-0805-4277-80A4-E3A571EF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FC77E-2BF0-49FB-ADD6-732D8686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1d5f602674fa8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8439E-1C40-4FEA-9243-29621013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61D2A-795B-4289-8406-1A48F9BB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数据从业务源经过转换进入分析型存储。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D0429-C4DD-4CF8-B53B-13913150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28BAE-1976-4FE9-B948-E7FDCB3B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数仓属于派生数据，因此可重复加载和数据血缘非常重要。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5572D-9C8F-4C88-B8AB-A70C978C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DC62F-F0EA-4937-9184-32AEBA28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831743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DE7D6-EF2D-420A-9161-30C78082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2E339-BF33-4017-A9F6-B4EE46D9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记录系统与派生数据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B519A-04EF-4792-8198-83CF65D3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DC8FB-1BC3-42B6-B2AC-08A54493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F3AFE-C131-4729-9DDA-B9DF4889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记录系统保存业务事实的权威版本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缓存、索引、搜索和数仓通常属于可重建的派生数据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设计重点是明确数据归属、更新路径和恢复方式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B4D93-F6FE-463F-BA5F-CD54FB19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2BDA8-D886-44FB-BCDF-3E417042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744748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F28A6-15DC-4399-A644-42F6B986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321E5-BC0F-438C-9FBE-877BC2A2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记录系统与派生数据：设计权衡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C43C4-F500-44BE-BF42-6FEE9DCC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6099D-09F6-4E19-85F3-D391642F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C6D45-90F3-436B-8D06-9EC34E7F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适用条件：记录系统保存业务事实的权威版本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447148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01E3D-5AF8-4206-B2C8-54679787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2A338-7E6F-40F3-AE89-F39E7D6D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2F70C-F7A2-4AFF-9E64-723DFC89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498eff978466a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5B05D-E8AB-41F9-AE6D-FF8B7654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1480B-3EEB-4DC4-ADE3-FECB4BA5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该图具体展示：The spectrum of decisions on outsourcing software and its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3B970-1859-422A-A750-BEC7E306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DFB46-F009-4D6C-ABDE-0810030F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47BD9-7A66-48D4-9673-24CC1D3F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7F162-0927-405C-95B1-70095B91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1839070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B7207-3C7A-4C64-8849-29A93AC3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0D5A3-A576-43BC-AD17-04464B6F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云服务与自托管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195BE-C8EF-4BDA-8058-B5820039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E909B-CDE1-4F1D-81DC-46F912CA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4C52D-329D-4A6F-8635-CBE9B40F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云服务用租用、弹性和托管能力换取控制权与可移植性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云原生架构常把计算、存储和控制平面拆开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选择取决于团队能力、合规要求、成本曲线和退出难度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952FA-E6A4-43EB-8425-3DDE937D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158B1-9CBE-4DB6-8EC0-677CED6E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270291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D9FB1-B833-45C7-ACD9-06503733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F45B3-F4B5-4405-AD21-82BCF64C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云服务与自托管：设计权衡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20A0C-68FB-47EF-BCFF-BDBA1906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59015-EC5A-417E-A97F-7ACD36BA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A7E4E-B5B4-4AD8-9578-78269C4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适用条件：云服务用租用、弹性和托管能力换取控制权与可移植性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2886852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86DB7-471B-4E15-929C-05D8745C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5DA50-26FA-494B-B4A7-1CAAA92C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分布式与单机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9055E-62A9-4F00-B3C7-AC557D56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9338E-FEC9-4B52-A7C8-CD70B0B3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5866D-4DA3-41C8-8289-B7E97966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单机更易推理，分布式系统换来容量、容错和地理覆盖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网络与节点会部分失败，时序也难以确定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微服务和 serverless 只有在组织或伸缩需求明确时才值得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D4E98-8975-41B0-9CB1-2B15DAC2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49954-7D70-4522-855D-1BD18C7C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9515102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556A3-8F8D-4734-83F8-60A26D6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5EEDE-0DBD-49FF-A66A-DA0809FF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分布式与单机：设计权衡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F2348-F1CF-4F01-B97E-00BFE2E5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C12F5-EF4D-4031-9A0F-EDEAB44F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668E2-ECBC-40C5-9B90-5EF6DC03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适用条件：单机更易推理，分布式系统换来容量、容错和地理覆盖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7236078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E64E8-9B34-43D7-AE9F-D311A4F4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05ABB-E942-40B4-96B2-AC998A95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架构决策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91E99-2773-4D2F-8F69-E53FEA9D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E38C4-F57A-4B75-BAD0-8A6E1EC2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A79D4-B7C6-4322-9016-CFAAF651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先写清工作负载、数据量、SLO 和故障模型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比较总成本，而不是只比较单项价格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把法律、隐私和社会影响当作架构约束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D38D0-185B-45D4-A321-C9CE2B4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3C466-FF26-4EAD-B291-B2315792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4621604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CF3BD-8915-4D03-A787-2728E065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8BD01-C692-442F-B6C0-ACBA2B49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架构决策：设计权衡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1A71D-7DE3-43BD-922A-4D426033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344D4-67E6-4C10-A96C-8E862E79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10016-AF59-4819-941A-824B031D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适用条件：先写清工作负载、数据量、SLO 和故障模型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2358558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BF720-90D3-4935-ADB2-9E2794A2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E76F51"/>
                </a:solidFill>
                <a:latin typeface="Arial"/>
                <a:ea typeface="Arial"/>
                <a:cs typeface="Arial"/>
              </a:rPr>
              <a:t>第 01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5D1D0-D207-498F-B550-D8A1302B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C4E52-D8DD-45C3-BD1C-DB57AE2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33A7C-1BE2-44AD-8692-89385AA2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1029837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2026-09-27T19:46:55.2410000Z</dcterms:created>
  <dcterms:modified xsi:type="dcterms:W3CDTF">2026-09-27T19:46:55.2410000Z</dcterms:modified>
</coreProperties>
</file>