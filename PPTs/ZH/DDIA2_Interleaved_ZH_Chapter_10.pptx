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7529ea28a54574" /><Relationship Type="http://schemas.openxmlformats.org/officeDocument/2006/relationships/extended-properties" Target="/docProps/app.xml" Id="R176396efc1d94f9a" /><Relationship Type="http://schemas.openxmlformats.org/officeDocument/2006/relationships/officeDocument" Target="/ppt/presentation.xml" Id="Rb844becb737048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bee4d76f34f2b"/>
  </p:sldMasterIdLst>
  <p:notesMasterIdLst>
    <p:notesMasterId xmlns:r="http://schemas.openxmlformats.org/officeDocument/2006/relationships" r:id="R46ec15f1305d48f8"/>
  </p:notesMasterIdLst>
  <p:sldIdLst>
    <p:sldId xmlns:r="http://schemas.openxmlformats.org/officeDocument/2006/relationships" id="256" r:id="R292e41e5c8b241f7"/>
    <p:sldId xmlns:r="http://schemas.openxmlformats.org/officeDocument/2006/relationships" id="257" r:id="R9e0b2d682de246c4"/>
    <p:sldId xmlns:r="http://schemas.openxmlformats.org/officeDocument/2006/relationships" id="258" r:id="R219e7ba706c240dc"/>
    <p:sldId xmlns:r="http://schemas.openxmlformats.org/officeDocument/2006/relationships" id="259" r:id="Ra757e04dc14d42f9"/>
    <p:sldId xmlns:r="http://schemas.openxmlformats.org/officeDocument/2006/relationships" id="260" r:id="R6a06afe96a3b4564"/>
    <p:sldId xmlns:r="http://schemas.openxmlformats.org/officeDocument/2006/relationships" id="261" r:id="R14987d763f744f7c"/>
    <p:sldId xmlns:r="http://schemas.openxmlformats.org/officeDocument/2006/relationships" id="262" r:id="R235afb089eca4aef"/>
    <p:sldId xmlns:r="http://schemas.openxmlformats.org/officeDocument/2006/relationships" id="263" r:id="R7a1a72974d744737"/>
    <p:sldId xmlns:r="http://schemas.openxmlformats.org/officeDocument/2006/relationships" id="264" r:id="Rf63e8c4ee17144d4"/>
    <p:sldId xmlns:r="http://schemas.openxmlformats.org/officeDocument/2006/relationships" id="265" r:id="R601c06a7a9354516"/>
    <p:sldId xmlns:r="http://schemas.openxmlformats.org/officeDocument/2006/relationships" id="266" r:id="R4cb0819c61964539"/>
    <p:sldId xmlns:r="http://schemas.openxmlformats.org/officeDocument/2006/relationships" id="267" r:id="Rfdd3df817b1d4bed"/>
    <p:sldId xmlns:r="http://schemas.openxmlformats.org/officeDocument/2006/relationships" id="268" r:id="R86ad30c0ca7640c8"/>
    <p:sldId xmlns:r="http://schemas.openxmlformats.org/officeDocument/2006/relationships" id="269" r:id="R95f1da93be9343da"/>
    <p:sldId xmlns:r="http://schemas.openxmlformats.org/officeDocument/2006/relationships" id="270" r:id="Rfb2883f861f943d3"/>
    <p:sldId xmlns:r="http://schemas.openxmlformats.org/officeDocument/2006/relationships" id="271" r:id="R0cb997865cd24626"/>
    <p:sldId xmlns:r="http://schemas.openxmlformats.org/officeDocument/2006/relationships" id="272" r:id="Rbed3447fac4347bf"/>
    <p:sldId xmlns:r="http://schemas.openxmlformats.org/officeDocument/2006/relationships" id="273" r:id="R0f5e4b70cb9d4f5e"/>
    <p:sldId xmlns:r="http://schemas.openxmlformats.org/officeDocument/2006/relationships" id="274" r:id="Rc395207f912b4c4a"/>
    <p:sldId xmlns:r="http://schemas.openxmlformats.org/officeDocument/2006/relationships" id="275" r:id="R497612a9892946a1"/>
    <p:sldId xmlns:r="http://schemas.openxmlformats.org/officeDocument/2006/relationships" id="276" r:id="Rcbe8fd00a8734da8"/>
    <p:sldId xmlns:r="http://schemas.openxmlformats.org/officeDocument/2006/relationships" id="277" r:id="R58b66cbcd1144723"/>
    <p:sldId xmlns:r="http://schemas.openxmlformats.org/officeDocument/2006/relationships" id="278" r:id="Rdc46629e7ec54f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18ba5d96cc4e74" /><Relationship Type="http://schemas.openxmlformats.org/officeDocument/2006/relationships/slideMaster" Target="/ppt/slideMasters/slideMaster1.xml" Id="R691bee4d76f34f2b" /><Relationship Type="http://schemas.openxmlformats.org/officeDocument/2006/relationships/notesMaster" Target="/ppt/notesMasters/notesMaster1.xml" Id="R46ec15f1305d48f8" /><Relationship Type="http://schemas.openxmlformats.org/officeDocument/2006/relationships/presProps" Target="/ppt/presProps.xml" Id="R15218caa452144a1" /><Relationship Type="http://schemas.openxmlformats.org/officeDocument/2006/relationships/tableStyles" Target="/ppt/tableStyles.xml" Id="R5c8b1edd18b4404e" /><Relationship Type="http://schemas.openxmlformats.org/officeDocument/2006/relationships/slide" Target="/ppt/slides/slide1.xml" Id="R292e41e5c8b241f7" /><Relationship Type="http://schemas.openxmlformats.org/officeDocument/2006/relationships/slide" Target="/ppt/slides/slide2.xml" Id="R9e0b2d682de246c4" /><Relationship Type="http://schemas.openxmlformats.org/officeDocument/2006/relationships/slide" Target="/ppt/slides/slide3.xml" Id="R219e7ba706c240dc" /><Relationship Type="http://schemas.openxmlformats.org/officeDocument/2006/relationships/slide" Target="/ppt/slides/slide4.xml" Id="Ra757e04dc14d42f9" /><Relationship Type="http://schemas.openxmlformats.org/officeDocument/2006/relationships/slide" Target="/ppt/slides/slide5.xml" Id="R6a06afe96a3b4564" /><Relationship Type="http://schemas.openxmlformats.org/officeDocument/2006/relationships/slide" Target="/ppt/slides/slide6.xml" Id="R14987d763f744f7c" /><Relationship Type="http://schemas.openxmlformats.org/officeDocument/2006/relationships/slide" Target="/ppt/slides/slide7.xml" Id="R235afb089eca4aef" /><Relationship Type="http://schemas.openxmlformats.org/officeDocument/2006/relationships/slide" Target="/ppt/slides/slide8.xml" Id="R7a1a72974d744737" /><Relationship Type="http://schemas.openxmlformats.org/officeDocument/2006/relationships/slide" Target="/ppt/slides/slide9.xml" Id="Rf63e8c4ee17144d4" /><Relationship Type="http://schemas.openxmlformats.org/officeDocument/2006/relationships/slide" Target="/ppt/slides/slide10.xml" Id="R601c06a7a9354516" /><Relationship Type="http://schemas.openxmlformats.org/officeDocument/2006/relationships/slide" Target="/ppt/slides/slide11.xml" Id="R4cb0819c61964539" /><Relationship Type="http://schemas.openxmlformats.org/officeDocument/2006/relationships/slide" Target="/ppt/slides/slide12.xml" Id="Rfdd3df817b1d4bed" /><Relationship Type="http://schemas.openxmlformats.org/officeDocument/2006/relationships/slide" Target="/ppt/slides/slide13.xml" Id="R86ad30c0ca7640c8" /><Relationship Type="http://schemas.openxmlformats.org/officeDocument/2006/relationships/slide" Target="/ppt/slides/slide14.xml" Id="R95f1da93be9343da" /><Relationship Type="http://schemas.openxmlformats.org/officeDocument/2006/relationships/slide" Target="/ppt/slides/slide15.xml" Id="Rfb2883f861f943d3" /><Relationship Type="http://schemas.openxmlformats.org/officeDocument/2006/relationships/slide" Target="/ppt/slides/slide16.xml" Id="R0cb997865cd24626" /><Relationship Type="http://schemas.openxmlformats.org/officeDocument/2006/relationships/slide" Target="/ppt/slides/slide17.xml" Id="Rbed3447fac4347bf" /><Relationship Type="http://schemas.openxmlformats.org/officeDocument/2006/relationships/slide" Target="/ppt/slides/slide18.xml" Id="R0f5e4b70cb9d4f5e" /><Relationship Type="http://schemas.openxmlformats.org/officeDocument/2006/relationships/slide" Target="/ppt/slides/slide19.xml" Id="Rc395207f912b4c4a" /><Relationship Type="http://schemas.openxmlformats.org/officeDocument/2006/relationships/slide" Target="/ppt/slides/slide20.xml" Id="R497612a9892946a1" /><Relationship Type="http://schemas.openxmlformats.org/officeDocument/2006/relationships/slide" Target="/ppt/slides/slide21.xml" Id="Rcbe8fd00a8734da8" /><Relationship Type="http://schemas.openxmlformats.org/officeDocument/2006/relationships/slide" Target="/ppt/slides/slide22.xml" Id="R58b66cbcd1144723" /><Relationship Type="http://schemas.openxmlformats.org/officeDocument/2006/relationships/slide" Target="/ppt/slides/slide23.xml" Id="Rdc46629e7ec54f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46bcb6d7804b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4830ec2b94066" /><Relationship Type="http://schemas.openxmlformats.org/officeDocument/2006/relationships/notesMaster" Target="/ppt/notesMasters/notesMaster1.xml" Id="R9572fd4b8ab9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c80e417b914202" /><Relationship Type="http://schemas.openxmlformats.org/officeDocument/2006/relationships/notesMaster" Target="/ppt/notesMasters/notesMaster1.xml" Id="Rcb236235dc28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1096ac04e64ca8" /><Relationship Type="http://schemas.openxmlformats.org/officeDocument/2006/relationships/notesMaster" Target="/ppt/notesMasters/notesMaster1.xml" Id="R1c3124f8b85748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cc79fc2ea4081" /><Relationship Type="http://schemas.openxmlformats.org/officeDocument/2006/relationships/notesMaster" Target="/ppt/notesMasters/notesMaster1.xml" Id="R98916b515db146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73d593844c4698" /><Relationship Type="http://schemas.openxmlformats.org/officeDocument/2006/relationships/notesMaster" Target="/ppt/notesMasters/notesMaster1.xml" Id="Re1c04fbf5f42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56bf9a456445c6" /><Relationship Type="http://schemas.openxmlformats.org/officeDocument/2006/relationships/notesMaster" Target="/ppt/notesMasters/notesMaster1.xml" Id="Re7f2e88c6071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7d3b1bd405423a" /><Relationship Type="http://schemas.openxmlformats.org/officeDocument/2006/relationships/notesMaster" Target="/ppt/notesMasters/notesMaster1.xml" Id="R9521e47e9f0746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31b924e1c4b00" /><Relationship Type="http://schemas.openxmlformats.org/officeDocument/2006/relationships/notesMaster" Target="/ppt/notesMasters/notesMaster1.xml" Id="Rbdef068eb5a5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0a9c235ec54f50" /><Relationship Type="http://schemas.openxmlformats.org/officeDocument/2006/relationships/notesMaster" Target="/ppt/notesMasters/notesMaster1.xml" Id="R53cc69d7a6a348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908d0385784194" /><Relationship Type="http://schemas.openxmlformats.org/officeDocument/2006/relationships/notesMaster" Target="/ppt/notesMasters/notesMaster1.xml" Id="R5bb8722b92014c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f5dd707b334b3f" /><Relationship Type="http://schemas.openxmlformats.org/officeDocument/2006/relationships/notesMaster" Target="/ppt/notesMasters/notesMaster1.xml" Id="R1912d7d91b3a47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0e6c5d470e4242" /><Relationship Type="http://schemas.openxmlformats.org/officeDocument/2006/relationships/notesMaster" Target="/ppt/notesMasters/notesMaster1.xml" Id="R5f0538cbafed46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ae615707bf4505" /><Relationship Type="http://schemas.openxmlformats.org/officeDocument/2006/relationships/notesMaster" Target="/ppt/notesMasters/notesMaster1.xml" Id="R78b535d8419246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58bc792ea24846" /><Relationship Type="http://schemas.openxmlformats.org/officeDocument/2006/relationships/notesMaster" Target="/ppt/notesMasters/notesMaster1.xml" Id="R730fb258050b4c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2838c790214b07" /><Relationship Type="http://schemas.openxmlformats.org/officeDocument/2006/relationships/notesMaster" Target="/ppt/notesMasters/notesMaster1.xml" Id="Rc3da201137a24a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5b2cf19bf74e72" /><Relationship Type="http://schemas.openxmlformats.org/officeDocument/2006/relationships/notesMaster" Target="/ppt/notesMasters/notesMaster1.xml" Id="R59e838ad40ab4c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8b7f948f0244af" /><Relationship Type="http://schemas.openxmlformats.org/officeDocument/2006/relationships/notesMaster" Target="/ppt/notesMasters/notesMaster1.xml" Id="R38bcc628d8784b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130d0dcf5a483c" /><Relationship Type="http://schemas.openxmlformats.org/officeDocument/2006/relationships/notesMaster" Target="/ppt/notesMasters/notesMaster1.xml" Id="Ra82d0cbe9a2c43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c7b50241ce488e" /><Relationship Type="http://schemas.openxmlformats.org/officeDocument/2006/relationships/notesMaster" Target="/ppt/notesMasters/notesMaster1.xml" Id="R021ee5deb08d4f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73d9b5fb5d4629" /><Relationship Type="http://schemas.openxmlformats.org/officeDocument/2006/relationships/notesMaster" Target="/ppt/notesMasters/notesMaster1.xml" Id="Ra918e567ce244c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6770fe4b6d4e84" /><Relationship Type="http://schemas.openxmlformats.org/officeDocument/2006/relationships/notesMaster" Target="/ppt/notesMasters/notesMaster1.xml" Id="R0d13cd0f764d47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b415369759498c" /><Relationship Type="http://schemas.openxmlformats.org/officeDocument/2006/relationships/notesMaster" Target="/ppt/notesMasters/notesMaster1.xml" Id="R49caf83799d54f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023e2d55fc44f3" /><Relationship Type="http://schemas.openxmlformats.org/officeDocument/2006/relationships/notesMaster" Target="/ppt/notesMasters/notesMaster1.xml" Id="Rd3a7a1a6178d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10-1, PDF page 427. Original caption: Figure 10-1. This system is not linearizable, causing sports fans to be confused.</a:t>
            </a:r>
          </a:p>
          <a:p xmlns:a="http://schemas.openxmlformats.org/drawingml/2006/main">
            <a:r>
              <a:t>Explanation: 时间线比较真实完成顺序与客户端观察到的顺序。 更强的顺序保证简化正确性推理，但需要协调或逻辑元数据。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10-2, PDF page 428. Original caption: Figure 10-2. If a read request is concurrent with a write request, it may return either the</a:t>
            </a:r>
          </a:p>
          <a:p xmlns:a="http://schemas.openxmlformats.org/drawingml/2006/main">
            <a:r>
              <a:t>Explanation: 该图具体展示：If a read request is concurrent with a write request, it may return either the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10-3, PDF page 429. Original caption: Figure 10-3. After any one read has returned the new value, all following reads (on the</a:t>
            </a:r>
          </a:p>
          <a:p xmlns:a="http://schemas.openxmlformats.org/drawingml/2006/main">
            <a:r>
              <a:t>Explanation: 该图具体展示：After any one read has returned the new value, all following reads (on the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10-4, PDF page 430. Original caption: Figure 10-4. Visualizing the points in time at which the reads and writes appear to have</a:t>
            </a:r>
          </a:p>
          <a:p xmlns:a="http://schemas.openxmlformats.org/drawingml/2006/main">
            <a:r>
              <a:t>Explanation: 该图具体展示：Visualizing the points in time at which the reads and writes appear to have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10-5, PDF page 434. Original caption: Figure 10-5. The web server and video transcoder communicate through both file storage</a:t>
            </a:r>
          </a:p>
          <a:p xmlns:a="http://schemas.openxmlformats.org/drawingml/2006/main">
            <a:r>
              <a:t>Explanation: 该图具体展示：The web server and video transcoder communicate through both file storage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10-6, PDF page 437. Original caption: Figure 10-6. A nonlinearizable execution, despite using a quorum</a:t>
            </a:r>
          </a:p>
          <a:p xmlns:a="http://schemas.openxmlformats.org/drawingml/2006/main">
            <a:r>
              <a:t>Explanation: 系统通过副本响应和版本元数据判断新鲜度与因果关系。 仲裁交集有所帮助，但并发写入仍需要明确的版本处理。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10-7, PDF page 438. Original caption: Figure 10-7. A network interruption forcing a choice between linearizability and</a:t>
            </a:r>
          </a:p>
          <a:p xmlns:a="http://schemas.openxmlformats.org/drawingml/2006/main">
            <a:r>
              <a:t>Explanation: 时间线比较真实完成顺序与客户端观察到的顺序。 更强的顺序保证简化正确性推理，但需要协调或逻辑元数据。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10-8, PDF page 442. Original caption: Figure 10-8. An ID generator that assigns autoincrementing integer IDs to messages in a</a:t>
            </a:r>
          </a:p>
          <a:p xmlns:a="http://schemas.openxmlformats.org/drawingml/2006/main">
            <a:r>
              <a:t>Explanation: 时间线比较真实完成顺序与客户端观察到的顺序。 更强的顺序保证简化正确性推理，但需要协调或逻辑元数据。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10-9, PDF page 445. Original caption: Figure 10-9. Lamport timestamps provide a total ordering consistent with causality.</a:t>
            </a:r>
          </a:p>
          <a:p xmlns:a="http://schemas.openxmlformats.org/drawingml/2006/main">
            <a:r>
              <a:t>Explanation: 时钟误差、网络延迟或进程暂停会使时间与租约假设失效。 栅栏令牌使资源端能够拒绝过期持有者的操作。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Figure 10-10, PDF page 447. Original caption: Figure 10-10. User A first sets their account to private, then shares a photo. With a</a:t>
            </a:r>
          </a:p>
          <a:p xmlns:a="http://schemas.openxmlformats.org/drawingml/2006/main">
            <a:r>
              <a:t>Explanation: 该图具体展示：User A first sets their account to private, then shares a photo. With a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10, book pages 401-440.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fd34211c647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8767bf2bef4574" /><Relationship Type="http://schemas.openxmlformats.org/officeDocument/2006/relationships/slideLayout" Target="/ppt/slideLayouts/slideLayout1.xml" Id="Re19c4153d6204e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c4153d6204e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5574840c441ce" /><Relationship Type="http://schemas.openxmlformats.org/officeDocument/2006/relationships/notesSlide" Target="/ppt/notesSlides/notesSlide1.xml" Id="R75d5f2ba597047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6ef7072534bd0" /><Relationship Type="http://schemas.openxmlformats.org/officeDocument/2006/relationships/notesSlide" Target="/ppt/notesSlides/notesSlide2.xml" Id="Reee8b10772f8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1caab273f4b3c" /><Relationship Type="http://schemas.openxmlformats.org/officeDocument/2006/relationships/notesSlide" Target="/ppt/notesSlides/notesSlide3.xml" Id="R19ea119545814a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76335df234f83" /><Relationship Type="http://schemas.openxmlformats.org/officeDocument/2006/relationships/notesSlide" Target="/ppt/notesSlides/notesSlide4.xml" Id="R37fc31b13d2b43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705bf61bf4e17" /><Relationship Type="http://schemas.openxmlformats.org/officeDocument/2006/relationships/image" Target="/ppt/media/image.png" Id="R6b79057fc74845fb" /><Relationship Type="http://schemas.openxmlformats.org/officeDocument/2006/relationships/notesSlide" Target="/ppt/notesSlides/notesSlide5.xml" Id="R476ad81e4fb242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4388ef4344c29" /><Relationship Type="http://schemas.openxmlformats.org/officeDocument/2006/relationships/image" Target="/ppt/media/image2.png" Id="R2fee47ceb6da4ba7" /><Relationship Type="http://schemas.openxmlformats.org/officeDocument/2006/relationships/notesSlide" Target="/ppt/notesSlides/notesSlide6.xml" Id="R9395c82b550c41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efab9cc1b4c3c" /><Relationship Type="http://schemas.openxmlformats.org/officeDocument/2006/relationships/image" Target="/ppt/media/image3.png" Id="R4f8c52804c3b4763" /><Relationship Type="http://schemas.openxmlformats.org/officeDocument/2006/relationships/notesSlide" Target="/ppt/notesSlides/notesSlide7.xml" Id="Re5b890ed00c341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a045cb5894767" /><Relationship Type="http://schemas.openxmlformats.org/officeDocument/2006/relationships/image" Target="/ppt/media/image4.png" Id="R802aa9d84b174866" /><Relationship Type="http://schemas.openxmlformats.org/officeDocument/2006/relationships/notesSlide" Target="/ppt/notesSlides/notesSlide8.xml" Id="Rdf49bee00ad8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ebc7c9f84e01" /><Relationship Type="http://schemas.openxmlformats.org/officeDocument/2006/relationships/notesSlide" Target="/ppt/notesSlides/notesSlide9.xml" Id="R079061bd752843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76a903df14d0e" /><Relationship Type="http://schemas.openxmlformats.org/officeDocument/2006/relationships/notesSlide" Target="/ppt/notesSlides/notesSlide10.xml" Id="Rb9c38a2d7d8a48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0484f35df4739" /><Relationship Type="http://schemas.openxmlformats.org/officeDocument/2006/relationships/image" Target="/ppt/media/image5.png" Id="R56a978216df74a82" /><Relationship Type="http://schemas.openxmlformats.org/officeDocument/2006/relationships/notesSlide" Target="/ppt/notesSlides/notesSlide11.xml" Id="Ra502946a4ab946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cacb5e35d4433" /><Relationship Type="http://schemas.openxmlformats.org/officeDocument/2006/relationships/image" Target="/ppt/media/image6.png" Id="R12aebdd476ec4d36" /><Relationship Type="http://schemas.openxmlformats.org/officeDocument/2006/relationships/notesSlide" Target="/ppt/notesSlides/notesSlide12.xml" Id="R6956fcf3511941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3ebce1dc542f4" /><Relationship Type="http://schemas.openxmlformats.org/officeDocument/2006/relationships/image" Target="/ppt/media/image7.png" Id="R8534c3f58c3241ec" /><Relationship Type="http://schemas.openxmlformats.org/officeDocument/2006/relationships/notesSlide" Target="/ppt/notesSlides/notesSlide13.xml" Id="R17fea078900649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2f6bd81b44f14" /><Relationship Type="http://schemas.openxmlformats.org/officeDocument/2006/relationships/notesSlide" Target="/ppt/notesSlides/notesSlide14.xml" Id="R8c754e54f54546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995f26c8c482e" /><Relationship Type="http://schemas.openxmlformats.org/officeDocument/2006/relationships/notesSlide" Target="/ppt/notesSlides/notesSlide15.xml" Id="R00b5a5fd41cc4b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c83a206a84bd6" /><Relationship Type="http://schemas.openxmlformats.org/officeDocument/2006/relationships/image" Target="/ppt/media/image8.png" Id="R12a00312c26148fd" /><Relationship Type="http://schemas.openxmlformats.org/officeDocument/2006/relationships/notesSlide" Target="/ppt/notesSlides/notesSlide16.xml" Id="R8129f3b84bc244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c85b4d6db4342" /><Relationship Type="http://schemas.openxmlformats.org/officeDocument/2006/relationships/image" Target="/ppt/media/image9.png" Id="Recd76d9323da4329" /><Relationship Type="http://schemas.openxmlformats.org/officeDocument/2006/relationships/notesSlide" Target="/ppt/notesSlides/notesSlide17.xml" Id="Rc52e28869f7e44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d76c3e79040ad" /><Relationship Type="http://schemas.openxmlformats.org/officeDocument/2006/relationships/image" Target="/ppt/media/image10.png" Id="Rc3f9f71e9f5d44e1" /><Relationship Type="http://schemas.openxmlformats.org/officeDocument/2006/relationships/notesSlide" Target="/ppt/notesSlides/notesSlide18.xml" Id="Rcd98f1d8c0784f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1df445ff540c5" /><Relationship Type="http://schemas.openxmlformats.org/officeDocument/2006/relationships/notesSlide" Target="/ppt/notesSlides/notesSlide19.xml" Id="R42d15c89bec94b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63d70a74e4df0" /><Relationship Type="http://schemas.openxmlformats.org/officeDocument/2006/relationships/notesSlide" Target="/ppt/notesSlides/notesSlide20.xml" Id="Rd9a0c8aabce449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b4a25491419a" /><Relationship Type="http://schemas.openxmlformats.org/officeDocument/2006/relationships/notesSlide" Target="/ppt/notesSlides/notesSlide21.xml" Id="R5110d7c2733e4c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6f35437544887" /><Relationship Type="http://schemas.openxmlformats.org/officeDocument/2006/relationships/notesSlide" Target="/ppt/notesSlides/notesSlide22.xml" Id="R02cac54373b44b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847c83e71496a" /><Relationship Type="http://schemas.openxmlformats.org/officeDocument/2006/relationships/notesSlide" Target="/ppt/notesSlides/notesSlide23.xml" Id="Rf690b75cdd28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B7FCA-DA11-4E47-A60F-F1D33887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DA411-4194-42F9-BF57-D71C7422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一致性与共识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5AB1E-8BE7-44EE-ADF2-A4DC0D7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Consistency and Consensus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C1BC-8BAC-4D82-B436-F1F4EF91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C6E64-00F0-4211-87F5-03A26D9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23</a:t>
            </a:r>
          </a:p>
        </p:txBody>
      </p:sp>
    </p:spTree>
    <p:extLst>
      <p:ext uri="{BB962C8B-B14F-4D97-AF65-F5344CB8AC3E}">
        <p14:creationId xmlns:p14="http://schemas.microsoft.com/office/powerpoint/2010/main" val="188064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C61B3-EEB0-4F1E-B400-ECC856E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E464C-38DC-49BA-BA2E-B7B74CD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FBAEC-B42F-4CC2-8D51-A1B42F42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45C6B-B61C-4034-AFDF-FF00BEBE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F7A45-BB88-4273-925F-C9D26493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线性一致性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B2CE2-2C71-4A88-BA4A-4F5774C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每个操作看起来在调用与返回之间某一时刻原子生效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D4735-C7C7-441C-B45D-F256B90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AC6BE-5F3D-4658-8FE9-BE1DB8F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依赖场景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30798-8BA8-4146-B3AC-24A33586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唯一性约束和领导者选举需要对最新状态形成一致看法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883D4-D48B-422D-A64A-8A4E01E5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3E500-5F8F-4345-93A5-4D0118DF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逻辑时钟与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DD5F3-A609-46E4-B7B4-D8181013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逻辑时钟表达事件的先后关系，不依赖物理时间精度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2C0E9-8CF1-450B-ADCF-80B5C4BC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0238B-C7B2-4B7C-A89A-65B44293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共识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7F0D1-FC6D-4153-97AA-378C934E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共识让多个节点对一个值或一系列日志条目达成决定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59F5F-5146-47CC-B7D4-6461CAFF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D8A41-1657-4D39-9E68-03DC5BFC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实践中的协调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3ABA5-AAB4-4BF6-A225-27E500E1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共识通常封装在复制日志、元数据服务或协调服务中</a:t>
            </a:r>
          </a:p>
        </p:txBody>
      </p:sp>
    </p:spTree>
    <p:extLst>
      <p:ext uri="{BB962C8B-B14F-4D97-AF65-F5344CB8AC3E}">
        <p14:creationId xmlns:p14="http://schemas.microsoft.com/office/powerpoint/2010/main" val="95545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B37DD-A0A5-4E0E-BB38-793EFDEE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48032-D077-4EF6-B235-5EDF7663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线性一致性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9A993-5A2A-4025-87BD-02ED7693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1B8B0-C75D-4B67-A3EE-7470D51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BCA6-E91D-458D-BF27-5255B453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每个操作看起来在调用与返回之间某一时刻原子生效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它让系统表现得像只有一个最新副本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代价是协调、延迟，以及网络分区时的可用性限制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5AC4C-644B-40FA-BF27-C25F1EC2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1BAFA-7ACD-436C-BB9F-D6C12E9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173653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E512-7AF3-4808-956E-E0D40333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2D5F8-3AA5-47FE-8982-E998B5A5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线性一致性：设计权衡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B35B3-241B-4D1A-BC87-DBCDDD48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C18AC-0851-439C-B624-BC9C489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37D07-F5C0-4A1C-A3AE-E8E621BF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适用条件：每个操作看起来在调用与返回之间某一时刻原子生效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76444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9785B-9661-46F2-87CF-720614D2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252B-FA4E-4E7D-9C26-0F9740D2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F9F7F-C98C-4607-8D85-54EB0C86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9057fc74845fb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24BFB-563E-4EF6-A67D-E2B62199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713D5-BB8C-40AA-8B99-061D6BD3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时间线比较真实完成顺序与客户端观察到的顺序。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A7246-D958-4DB6-8DD4-F3752CF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AA701-C50C-4899-AEA3-AC5DD55F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更强的顺序保证简化正确性推理，但需要协调或逻辑元数据。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86FB6-A6B7-4CEF-89A6-64EFE29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86CD9-9229-4AE3-A667-82CC4BDC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88949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F9A4C-9460-47AA-B3B4-7D663596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84531-8E8A-4630-9F5E-4518B672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9BC53-1B4B-4418-9386-CDBD7543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e47ceb6da4ba7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38AED-4B21-4CC2-869C-0D5FB58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1AA5A-3743-48F2-A935-8789B9C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该图具体展示：If a read request is concurrent with a write request, it may return either the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E307B-D89E-43E7-93FD-00680035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D9787-A8AE-440E-A9CE-C3046FEC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A3248-2679-4422-AE88-34854B9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AF265-9605-475B-BA9D-0683120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255946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6591E-7795-4E1E-B21C-16E5E749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864C7-EFFA-441A-824F-958BB920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CC23-0C6B-438B-9411-73C256FE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c52804c3b4763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733C7-79E8-4C90-9D2E-88D0AF2F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845B4-EBB3-4740-933C-86A2C1BE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该图具体展示：After any one read has returned the new value, all following reads (on the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87AA8-A296-4510-B32D-0F605A02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7068E-5744-4719-8218-0C30E25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D9EA9-58AD-40EC-8E58-CFC0BD75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A7D42-129C-4C3B-953C-39FE990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537683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41BA2-106A-411F-93E6-5CA0FE9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D939-8A90-418C-B4CB-B2B6D733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D1AB7-4927-4DD9-89E7-CF13381D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aa9d84b174866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E6410-660B-47BA-A32F-BFA57D69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F3034-64AE-4A3A-8EF5-5C0C1CE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该图具体展示：Visualizing the points in time at which the reads and writes appear to have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8E10D-1326-4733-9235-A786796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E27E9-529B-44DB-8D45-2A84560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A6F0C-1770-48A0-8712-B108D799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6A8ED-D5EF-490A-83BC-15F4BD20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907075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0CE34-B6B0-4777-8C90-CBC7417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9A071-BDC3-4F59-8FE5-A0DBEE2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依赖场景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92B77-1BC0-484A-8B39-BD8C3E5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999D-E842-4FB3-B351-5BB360B9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F9C39-041B-450A-8D8E-C3B1A40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唯一性约束和领导者选举需要对最新状态形成一致看法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锁和租约必须结合栅栏令牌保护外部资源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并非所有读取都需要线性一致性，可按业务风险选择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85DA9-F866-4594-9648-95F5303B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0A27-92C1-4BCD-AB8B-22AFF5BA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001767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59063-964C-41C3-84E8-9BF8A053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654DE-BE70-4A2D-9A72-86745FAD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依赖场景：设计权衡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6607D-CF0C-4C69-9100-75EB736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4920B-A20C-4E67-9753-2858656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EE830-7985-4397-A725-28AE5F18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适用条件：唯一性约束和领导者选举需要对最新状态形成一致看法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345285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13D6C-580B-430E-966D-A98CD82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811BD-351D-4D7E-AD65-F4210D45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2510D-3A04-4BFE-9400-F211105A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978216df74a82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965AE-0EAF-4B80-A424-5109C3EF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E2C6B-AF69-4C5E-A0CE-174E698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该图具体展示：The web server and video transcoder communicate through both file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24EAE-C279-4E80-A08C-DBAA8896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4612B-594F-40E4-8F95-85BC689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C4C10-91E4-45E4-B3A9-2422712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2E68A-ECE8-4E0B-8828-9022AFD8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2289127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7978F-AD18-4F3A-A934-2A1A1259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76FE9-CEF8-4A6C-89A7-43B531E7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21AAE-0073-4A11-9C97-78001FD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ebdd476ec4d36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B1532-CE71-43E8-B7A2-B52ABE37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B4BDF-8878-4281-BB7A-5221DFF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系统通过副本响应和版本元数据判断新鲜度与因果关系。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0FC70-8651-4189-B7B6-4A24F390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631-08C3-4BC0-87F9-7C3929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仲裁交集有所帮助，但并发写入仍需要明确的版本处理。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CAACF-4CD7-4FB3-98EA-CED30921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2C16D-3F5F-4505-B05F-39145AB6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651424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12A70-67ED-4415-9869-4F25E607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E34C8-136A-4DCF-A044-684014E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B9E97-4138-4C22-80F4-9E1C3254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4c3f58c3241ec"/>
          <a:stretch xmlns:a="http://schemas.openxmlformats.org/drawingml/2006/main"/>
        </p:blipFill>
        <p:spPr>
          <a:xfrm xmlns:a="http://schemas.openxmlformats.org/drawingml/2006/main">
            <a:off x="514350" y="1404108"/>
            <a:ext cx="7762875" cy="45260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DAE17-4134-437E-B53F-BFAAADA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2BF27-DE1F-46C7-BDDA-BDC99685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时间线比较真实完成顺序与客户端观察到的顺序。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7C9CF-01E9-45DB-8FCC-66934E87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0515A-5C63-4BE1-A790-03A50C44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更强的顺序保证简化正确性推理，但需要协调或逻辑元数据。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52D0B-26B9-48AA-9721-4DCE7EB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5B464-1280-4D71-BBC6-F72A80D3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0973456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0DBE9-A6E3-42CD-B04F-B3B22485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90C14-E74D-4FA3-9B5B-05A136BC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逻辑时钟与 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4E387-A11D-42CD-91A4-F6C48E9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268EE-7A3C-4E63-A1A7-E00E9FEC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E6B21-2706-409E-9C42-7463503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逻辑时钟表达事件的先后关系，不依赖物理时间精度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Lamport 时间戳可提供全序，但不能单独判断并发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可排序 ID 生成器需在吞吐、顺序和单点依赖间取舍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8CB94-C0DF-4105-BE33-31E469A3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6FA1-BC9B-4726-970D-AF74ADF9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3192857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53A01-9AB3-48C4-BB5B-5D3B0868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2C898-9BD7-479E-A128-7DA407F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逻辑时钟与 ID：设计权衡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0C708-0B4F-4D20-AA21-125474E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BA01B-F55F-495D-AC60-D164B2DA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002DD-2CBC-4247-8454-E0ADD53C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适用条件：逻辑时钟表达事件的先后关系，不依赖物理时间精度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7322925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AC1F3-7BF2-4146-9AFE-54747ACA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69D66-F71C-456F-BE7E-5EC35D78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87866-0656-4439-8F3B-BE046E56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00312c26148fd"/>
          <a:stretch xmlns:a="http://schemas.openxmlformats.org/drawingml/2006/main"/>
        </p:blipFill>
        <p:spPr>
          <a:xfrm xmlns:a="http://schemas.openxmlformats.org/drawingml/2006/main">
            <a:off x="514350" y="1622439"/>
            <a:ext cx="7762875" cy="408937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14A35-1E25-45B8-B2A3-B875989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2936E-FCB8-4A7E-9640-5BD1134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时间线比较真实完成顺序与客户端观察到的顺序。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932D4-65D9-41C1-A25E-D303DFF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B3EA4-E37A-4818-A172-E8B5D661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更强的顺序保证简化正确性推理，但需要协调或逻辑元数据。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9E54F-AA91-4C1D-B1D3-59808A8A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037BE-7E47-4027-BFC7-AB8F8631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88178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056F6-607B-4429-A24D-F300F83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A66B7-F7B1-48DF-B0A6-1D43284E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10-9：机制解释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07FE8-CDC7-40D3-8A7A-945C9E6E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76d9323da4329"/>
          <a:stretch xmlns:a="http://schemas.openxmlformats.org/drawingml/2006/main"/>
        </p:blipFill>
        <p:spPr>
          <a:xfrm xmlns:a="http://schemas.openxmlformats.org/drawingml/2006/main">
            <a:off x="514350" y="1785321"/>
            <a:ext cx="7762875" cy="376360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3745F-05DC-4A45-B9A0-81AA5537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53920-9401-4C8D-8350-9989C16F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时钟误差、网络延迟或进程暂停会使时间与租约假设失效。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77BCE-2EC5-454A-BA68-34B06BA5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1461F-89CF-441D-8781-4AC6DC6D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栅栏令牌使资源端能够拒绝过期持有者的操作。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44D7B-E9B5-4207-8ACB-7A8C564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416EC-B0E4-4792-AA8B-F6524EE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54038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82FE4-7C2A-4F1F-8C8A-D793FA42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B36B5-655F-4832-8664-4561004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10-10：机制解释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5D2E0-50DC-416C-86A9-345D4C1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9f71e9f5d44e1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16601-97A3-4A14-9F83-4BEAFE69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961BA-3AD8-472B-8B4C-D799F97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该图具体展示：User A first sets their account to private, then shares a photo. With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61486-0268-42F3-B0DD-A4CFAD9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F2B5A-A494-4A20-B121-DE61403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6FF23-55FB-4215-A847-A57B94DB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25E9A-3A77-4E59-9A50-4EA4D31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3566503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57A0-E561-42E7-9F58-CD132620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CAA0-ADF1-4B10-A191-C41BB78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共识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EBA6A-14E3-4940-8C0C-BEFDF4B0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CEAC1-A04B-4147-A5F8-A49A4215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7CA81-13A3-405F-90AA-18794E6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共识让多个节点对一个值或一系列日志条目达成决定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Raft、Paxos 等协议依靠法定人数和任期避免双主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安全性要求决定不冲突，活性要求最终能继续前进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06AED-328D-4B54-BA6D-4049255E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1E22E-984B-4DAF-BB6C-97D380C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8892404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3FEDF-3BB8-4443-B5FD-62AF2D98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5D369-0055-40A1-879D-9F3834EF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共识：设计权衡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AB57C-806A-45AD-BC59-CBB49D01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6967C-5403-43E2-820C-CE58887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705BC-3471-479F-AB45-D49B3342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适用条件：共识让多个节点对一个值或一系列日志条目达成决定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342280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3F41E-D4A6-49C9-819B-3E14560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E9106-B1D9-4332-AAD4-4AB80C31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实践中的协调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3E043-D346-4E3D-A0F3-F3DF0C18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7A212-2EA1-47F6-8D18-0C2A75D2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4B965-CC28-4EEA-A283-6FA8D30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共识通常封装在复制日志、元数据服务或协调服务中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成员变更和快照是生产实现的重要部分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把共识服务当作小型权威元数据层，而不是通用数据库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7C5DE-068C-42C3-B5CB-6D0DAB9A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FBEAF-4E5F-42C8-8E70-62C5DF81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661193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4DAAC-E329-45EE-9AFD-98B13CE3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04B70-1062-4B57-AA47-541B27A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实践中的协调：设计权衡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8CC4F-26E7-462B-9717-D20815FC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0FD31-7B48-48CE-9AB3-A8A4D34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18A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0D1B5-3B4E-4BFD-AB9B-6C8D3E15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适用条件：共识通常封装在复制日志、元数据服务或协调服务中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3252399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EB568-6B48-41A0-AAF3-E14E78CA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18AB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118AB2"/>
                </a:solidFill>
                <a:latin typeface="Arial"/>
                <a:ea typeface="Arial"/>
                <a:cs typeface="Arial"/>
              </a:rPr>
              <a:t>第 10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1BBB8-E558-43D3-B737-7C486F44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CE66C-907B-4E2B-B597-0B27B026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6B10A-AC8B-499C-B25E-F7B4C2B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61302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2026-09-27T19:47:45.2180000Z</dcterms:created>
  <dcterms:modified xsi:type="dcterms:W3CDTF">2026-09-27T19:47:45.2180000Z</dcterms:modified>
</coreProperties>
</file>