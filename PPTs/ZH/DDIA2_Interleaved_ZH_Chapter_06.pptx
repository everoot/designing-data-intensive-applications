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a2635150b146f8" /><Relationship Type="http://schemas.openxmlformats.org/officeDocument/2006/relationships/extended-properties" Target="/docProps/app.xml" Id="R099c8fd6c1404c1c" /><Relationship Type="http://schemas.openxmlformats.org/officeDocument/2006/relationships/officeDocument" Target="/ppt/presentation.xml" Id="R5ec5846dcb9948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db647e200d4cab"/>
  </p:sldMasterIdLst>
  <p:notesMasterIdLst>
    <p:notesMasterId xmlns:r="http://schemas.openxmlformats.org/officeDocument/2006/relationships" r:id="Rbfc5072b43d444e8"/>
  </p:notesMasterIdLst>
  <p:sldIdLst>
    <p:sldId xmlns:r="http://schemas.openxmlformats.org/officeDocument/2006/relationships" id="256" r:id="R1e40800fd7024e5b"/>
    <p:sldId xmlns:r="http://schemas.openxmlformats.org/officeDocument/2006/relationships" id="257" r:id="R44c9846a48ce4ae1"/>
    <p:sldId xmlns:r="http://schemas.openxmlformats.org/officeDocument/2006/relationships" id="258" r:id="R6203c99b707e45ae"/>
    <p:sldId xmlns:r="http://schemas.openxmlformats.org/officeDocument/2006/relationships" id="259" r:id="Rae2a9b8c978046d1"/>
    <p:sldId xmlns:r="http://schemas.openxmlformats.org/officeDocument/2006/relationships" id="260" r:id="R09856cdd025545c4"/>
    <p:sldId xmlns:r="http://schemas.openxmlformats.org/officeDocument/2006/relationships" id="261" r:id="R4c7b338625dd479a"/>
    <p:sldId xmlns:r="http://schemas.openxmlformats.org/officeDocument/2006/relationships" id="262" r:id="R51e6c5d7507f40d4"/>
    <p:sldId xmlns:r="http://schemas.openxmlformats.org/officeDocument/2006/relationships" id="263" r:id="R391e0ef4e9aa4a6d"/>
    <p:sldId xmlns:r="http://schemas.openxmlformats.org/officeDocument/2006/relationships" id="264" r:id="R1615ebee22634708"/>
    <p:sldId xmlns:r="http://schemas.openxmlformats.org/officeDocument/2006/relationships" id="265" r:id="Rca2bef930bf441a5"/>
    <p:sldId xmlns:r="http://schemas.openxmlformats.org/officeDocument/2006/relationships" id="266" r:id="R10fc2e3b0c0947a4"/>
    <p:sldId xmlns:r="http://schemas.openxmlformats.org/officeDocument/2006/relationships" id="267" r:id="R59935ab5d2f94419"/>
    <p:sldId xmlns:r="http://schemas.openxmlformats.org/officeDocument/2006/relationships" id="268" r:id="R7bcc347a32f141a9"/>
    <p:sldId xmlns:r="http://schemas.openxmlformats.org/officeDocument/2006/relationships" id="269" r:id="R6de3c096ef6046b4"/>
    <p:sldId xmlns:r="http://schemas.openxmlformats.org/officeDocument/2006/relationships" id="270" r:id="Rb005fe64a3d04f05"/>
    <p:sldId xmlns:r="http://schemas.openxmlformats.org/officeDocument/2006/relationships" id="271" r:id="R07887b3e8d7a4cf1"/>
    <p:sldId xmlns:r="http://schemas.openxmlformats.org/officeDocument/2006/relationships" id="272" r:id="Rea92d1d906e945fa"/>
    <p:sldId xmlns:r="http://schemas.openxmlformats.org/officeDocument/2006/relationships" id="273" r:id="Rd634634df76645f4"/>
    <p:sldId xmlns:r="http://schemas.openxmlformats.org/officeDocument/2006/relationships" id="274" r:id="Rfe9fbe6566b94598"/>
    <p:sldId xmlns:r="http://schemas.openxmlformats.org/officeDocument/2006/relationships" id="275" r:id="R2751f19e9800431d"/>
    <p:sldId xmlns:r="http://schemas.openxmlformats.org/officeDocument/2006/relationships" id="276" r:id="R9b90e3d80344462c"/>
    <p:sldId xmlns:r="http://schemas.openxmlformats.org/officeDocument/2006/relationships" id="277" r:id="R9e4899dcde474344"/>
    <p:sldId xmlns:r="http://schemas.openxmlformats.org/officeDocument/2006/relationships" id="278" r:id="R7ef9af90cf394c30"/>
    <p:sldId xmlns:r="http://schemas.openxmlformats.org/officeDocument/2006/relationships" id="279" r:id="Rcf98d47a66234682"/>
    <p:sldId xmlns:r="http://schemas.openxmlformats.org/officeDocument/2006/relationships" id="280" r:id="Rbb43492a06284e6f"/>
    <p:sldId xmlns:r="http://schemas.openxmlformats.org/officeDocument/2006/relationships" id="281" r:id="R28f91537b2a846a8"/>
    <p:sldId xmlns:r="http://schemas.openxmlformats.org/officeDocument/2006/relationships" id="282" r:id="Rb38a40c439644a09"/>
    <p:sldId xmlns:r="http://schemas.openxmlformats.org/officeDocument/2006/relationships" id="283" r:id="Rf4de4697686e4552"/>
    <p:sldId xmlns:r="http://schemas.openxmlformats.org/officeDocument/2006/relationships" id="284" r:id="Re719b9d0448d4b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54793f1058427e" /><Relationship Type="http://schemas.openxmlformats.org/officeDocument/2006/relationships/slideMaster" Target="/ppt/slideMasters/slideMaster1.xml" Id="Ra3db647e200d4cab" /><Relationship Type="http://schemas.openxmlformats.org/officeDocument/2006/relationships/notesMaster" Target="/ppt/notesMasters/notesMaster1.xml" Id="Rbfc5072b43d444e8" /><Relationship Type="http://schemas.openxmlformats.org/officeDocument/2006/relationships/presProps" Target="/ppt/presProps.xml" Id="Rfa37fc71fac84b73" /><Relationship Type="http://schemas.openxmlformats.org/officeDocument/2006/relationships/tableStyles" Target="/ppt/tableStyles.xml" Id="R195782ffe692405c" /><Relationship Type="http://schemas.openxmlformats.org/officeDocument/2006/relationships/slide" Target="/ppt/slides/slide1.xml" Id="R1e40800fd7024e5b" /><Relationship Type="http://schemas.openxmlformats.org/officeDocument/2006/relationships/slide" Target="/ppt/slides/slide2.xml" Id="R44c9846a48ce4ae1" /><Relationship Type="http://schemas.openxmlformats.org/officeDocument/2006/relationships/slide" Target="/ppt/slides/slide3.xml" Id="R6203c99b707e45ae" /><Relationship Type="http://schemas.openxmlformats.org/officeDocument/2006/relationships/slide" Target="/ppt/slides/slide4.xml" Id="Rae2a9b8c978046d1" /><Relationship Type="http://schemas.openxmlformats.org/officeDocument/2006/relationships/slide" Target="/ppt/slides/slide5.xml" Id="R09856cdd025545c4" /><Relationship Type="http://schemas.openxmlformats.org/officeDocument/2006/relationships/slide" Target="/ppt/slides/slide6.xml" Id="R4c7b338625dd479a" /><Relationship Type="http://schemas.openxmlformats.org/officeDocument/2006/relationships/slide" Target="/ppt/slides/slide7.xml" Id="R51e6c5d7507f40d4" /><Relationship Type="http://schemas.openxmlformats.org/officeDocument/2006/relationships/slide" Target="/ppt/slides/slide8.xml" Id="R391e0ef4e9aa4a6d" /><Relationship Type="http://schemas.openxmlformats.org/officeDocument/2006/relationships/slide" Target="/ppt/slides/slide9.xml" Id="R1615ebee22634708" /><Relationship Type="http://schemas.openxmlformats.org/officeDocument/2006/relationships/slide" Target="/ppt/slides/slide10.xml" Id="Rca2bef930bf441a5" /><Relationship Type="http://schemas.openxmlformats.org/officeDocument/2006/relationships/slide" Target="/ppt/slides/slide11.xml" Id="R10fc2e3b0c0947a4" /><Relationship Type="http://schemas.openxmlformats.org/officeDocument/2006/relationships/slide" Target="/ppt/slides/slide12.xml" Id="R59935ab5d2f94419" /><Relationship Type="http://schemas.openxmlformats.org/officeDocument/2006/relationships/slide" Target="/ppt/slides/slide13.xml" Id="R7bcc347a32f141a9" /><Relationship Type="http://schemas.openxmlformats.org/officeDocument/2006/relationships/slide" Target="/ppt/slides/slide14.xml" Id="R6de3c096ef6046b4" /><Relationship Type="http://schemas.openxmlformats.org/officeDocument/2006/relationships/slide" Target="/ppt/slides/slide15.xml" Id="Rb005fe64a3d04f05" /><Relationship Type="http://schemas.openxmlformats.org/officeDocument/2006/relationships/slide" Target="/ppt/slides/slide16.xml" Id="R07887b3e8d7a4cf1" /><Relationship Type="http://schemas.openxmlformats.org/officeDocument/2006/relationships/slide" Target="/ppt/slides/slide17.xml" Id="Rea92d1d906e945fa" /><Relationship Type="http://schemas.openxmlformats.org/officeDocument/2006/relationships/slide" Target="/ppt/slides/slide18.xml" Id="Rd634634df76645f4" /><Relationship Type="http://schemas.openxmlformats.org/officeDocument/2006/relationships/slide" Target="/ppt/slides/slide19.xml" Id="Rfe9fbe6566b94598" /><Relationship Type="http://schemas.openxmlformats.org/officeDocument/2006/relationships/slide" Target="/ppt/slides/slide20.xml" Id="R2751f19e9800431d" /><Relationship Type="http://schemas.openxmlformats.org/officeDocument/2006/relationships/slide" Target="/ppt/slides/slide21.xml" Id="R9b90e3d80344462c" /><Relationship Type="http://schemas.openxmlformats.org/officeDocument/2006/relationships/slide" Target="/ppt/slides/slide22.xml" Id="R9e4899dcde474344" /><Relationship Type="http://schemas.openxmlformats.org/officeDocument/2006/relationships/slide" Target="/ppt/slides/slide23.xml" Id="R7ef9af90cf394c30" /><Relationship Type="http://schemas.openxmlformats.org/officeDocument/2006/relationships/slide" Target="/ppt/slides/slide24.xml" Id="Rcf98d47a66234682" /><Relationship Type="http://schemas.openxmlformats.org/officeDocument/2006/relationships/slide" Target="/ppt/slides/slide25.xml" Id="Rbb43492a06284e6f" /><Relationship Type="http://schemas.openxmlformats.org/officeDocument/2006/relationships/slide" Target="/ppt/slides/slide26.xml" Id="R28f91537b2a846a8" /><Relationship Type="http://schemas.openxmlformats.org/officeDocument/2006/relationships/slide" Target="/ppt/slides/slide27.xml" Id="Rb38a40c439644a09" /><Relationship Type="http://schemas.openxmlformats.org/officeDocument/2006/relationships/slide" Target="/ppt/slides/slide28.xml" Id="Rf4de4697686e4552" /><Relationship Type="http://schemas.openxmlformats.org/officeDocument/2006/relationships/slide" Target="/ppt/slides/slide29.xml" Id="Re719b9d0448d4b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90d3748d614c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154288d46e4325" /><Relationship Type="http://schemas.openxmlformats.org/officeDocument/2006/relationships/notesMaster" Target="/ppt/notesMasters/notesMaster1.xml" Id="R1646386d2f9b45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8edc58da4c4112" /><Relationship Type="http://schemas.openxmlformats.org/officeDocument/2006/relationships/notesMaster" Target="/ppt/notesMasters/notesMaster1.xml" Id="R2cec2f5916f04a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15289de3ea4477" /><Relationship Type="http://schemas.openxmlformats.org/officeDocument/2006/relationships/notesMaster" Target="/ppt/notesMasters/notesMaster1.xml" Id="Rb40822c9098344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9268b436974b92" /><Relationship Type="http://schemas.openxmlformats.org/officeDocument/2006/relationships/notesMaster" Target="/ppt/notesMasters/notesMaster1.xml" Id="R0a283e1ead534b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fdcd5acd22416e" /><Relationship Type="http://schemas.openxmlformats.org/officeDocument/2006/relationships/notesMaster" Target="/ppt/notesMasters/notesMaster1.xml" Id="Rbb66f126227249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d634e70ceb4956" /><Relationship Type="http://schemas.openxmlformats.org/officeDocument/2006/relationships/notesMaster" Target="/ppt/notesMasters/notesMaster1.xml" Id="R68529416d5434b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371f3727cf44af" /><Relationship Type="http://schemas.openxmlformats.org/officeDocument/2006/relationships/notesMaster" Target="/ppt/notesMasters/notesMaster1.xml" Id="R0a18577930564e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441d992cee4830" /><Relationship Type="http://schemas.openxmlformats.org/officeDocument/2006/relationships/notesMaster" Target="/ppt/notesMasters/notesMaster1.xml" Id="Ra39a2645e86740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0425388ba94742" /><Relationship Type="http://schemas.openxmlformats.org/officeDocument/2006/relationships/notesMaster" Target="/ppt/notesMasters/notesMaster1.xml" Id="Rd37af988be6748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a5a3455e2a421e" /><Relationship Type="http://schemas.openxmlformats.org/officeDocument/2006/relationships/notesMaster" Target="/ppt/notesMasters/notesMaster1.xml" Id="R35a9537a30a046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da85a38d97446b" /><Relationship Type="http://schemas.openxmlformats.org/officeDocument/2006/relationships/notesMaster" Target="/ppt/notesMasters/notesMaster1.xml" Id="R7a66d0af3e2445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6c6bcf4f7e42af" /><Relationship Type="http://schemas.openxmlformats.org/officeDocument/2006/relationships/notesMaster" Target="/ppt/notesMasters/notesMaster1.xml" Id="R9400171aa87c4e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5324d1feaf4a5e" /><Relationship Type="http://schemas.openxmlformats.org/officeDocument/2006/relationships/notesMaster" Target="/ppt/notesMasters/notesMaster1.xml" Id="R992faa61c21041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7500b458af453f" /><Relationship Type="http://schemas.openxmlformats.org/officeDocument/2006/relationships/notesMaster" Target="/ppt/notesMasters/notesMaster1.xml" Id="R135c94fe59534e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990ad905204eed" /><Relationship Type="http://schemas.openxmlformats.org/officeDocument/2006/relationships/notesMaster" Target="/ppt/notesMasters/notesMaster1.xml" Id="R58df447aadad41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a7875bf27a4e2b" /><Relationship Type="http://schemas.openxmlformats.org/officeDocument/2006/relationships/notesMaster" Target="/ppt/notesMasters/notesMaster1.xml" Id="R77c70d82e86f480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6a7ca4fc954064" /><Relationship Type="http://schemas.openxmlformats.org/officeDocument/2006/relationships/notesMaster" Target="/ppt/notesMasters/notesMaster1.xml" Id="R877d06a4e166423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b41ecb77ae41cf" /><Relationship Type="http://schemas.openxmlformats.org/officeDocument/2006/relationships/notesMaster" Target="/ppt/notesMasters/notesMaster1.xml" Id="R6db6fed28a0a4ff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f9d3c1d56143cd" /><Relationship Type="http://schemas.openxmlformats.org/officeDocument/2006/relationships/notesMaster" Target="/ppt/notesMasters/notesMaster1.xml" Id="R9f87ff26c6554fd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9ab581665f4f93" /><Relationship Type="http://schemas.openxmlformats.org/officeDocument/2006/relationships/notesMaster" Target="/ppt/notesMasters/notesMaster1.xml" Id="Rf2f37ca1a3374cf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29323b44f17430e" /><Relationship Type="http://schemas.openxmlformats.org/officeDocument/2006/relationships/notesMaster" Target="/ppt/notesMasters/notesMaster1.xml" Id="Rc3062d431e09442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0655675c2934a73" /><Relationship Type="http://schemas.openxmlformats.org/officeDocument/2006/relationships/notesMaster" Target="/ppt/notesMasters/notesMaster1.xml" Id="Rf6187588d3a14aa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857a566106b409d" /><Relationship Type="http://schemas.openxmlformats.org/officeDocument/2006/relationships/notesMaster" Target="/ppt/notesMasters/notesMaster1.xml" Id="Rf2fec8669426432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fa5544774cc4d49" /><Relationship Type="http://schemas.openxmlformats.org/officeDocument/2006/relationships/notesMaster" Target="/ppt/notesMasters/notesMaster1.xml" Id="R96307deff1e24e0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9529ab9fc6e47cc" /><Relationship Type="http://schemas.openxmlformats.org/officeDocument/2006/relationships/notesMaster" Target="/ppt/notesMasters/notesMaster1.xml" Id="Rec48cf4899c9486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39000bb1ec24748" /><Relationship Type="http://schemas.openxmlformats.org/officeDocument/2006/relationships/notesMaster" Target="/ppt/notesMasters/notesMaster1.xml" Id="R608aaa0998444fd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195f0f88bfb4f89" /><Relationship Type="http://schemas.openxmlformats.org/officeDocument/2006/relationships/notesMaster" Target="/ppt/notesMasters/notesMaster1.xml" Id="R54f4c86f7eaf434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b280865ebce44c9" /><Relationship Type="http://schemas.openxmlformats.org/officeDocument/2006/relationships/notesMaster" Target="/ppt/notesMasters/notesMaster1.xml" Id="Rb943ab09f9fc45f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f298b791f264fdd" /><Relationship Type="http://schemas.openxmlformats.org/officeDocument/2006/relationships/notesMaster" Target="/ppt/notesMasters/notesMaster1.xml" Id="Rd510754cf15c4a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Figure 6-1, PDF page 223. Original caption: Figure 6-1. Single-leader replication directs all writes to a designated leader, which sends</a:t>
            </a:r>
          </a:p>
          <a:p xmlns:a="http://schemas.openxmlformats.org/drawingml/2006/main">
            <a:r>
              <a:t>Explanation: 写入经过一个主节点，从节点按顺序重放日志。 确认策略在写延迟、可用性和持久性之间做权衡。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Figure 6-2, PDF page 224. Original caption: Figure 6-2. Leader-based replication with one synchronous and one asynchronous</a:t>
            </a:r>
          </a:p>
          <a:p xmlns:a="http://schemas.openxmlformats.org/drawingml/2006/main">
            <a:r>
              <a:t>Explanation: 写入经过一个主节点，从节点按顺序重放日志。 确认策略在写延迟、可用性和持久性之间做权衡。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Figure 6-3, PDF page 234. Original caption: Figure 6-3. Inconsistencies can arise when a user makes a write, followed by a read from</a:t>
            </a:r>
          </a:p>
          <a:p xmlns:a="http://schemas.openxmlformats.org/drawingml/2006/main">
            <a:r>
              <a:t>Explanation: 该图具体展示：Inconsistencies can arise when a user makes a write, followed by a read from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Figure 6-4, PDF page 237. Original caption: Figure 6-4. When a user first reads from a fresh replica, then from a stale replica, time</a:t>
            </a:r>
          </a:p>
          <a:p xmlns:a="http://schemas.openxmlformats.org/drawingml/2006/main">
            <a:r>
              <a:t>Explanation: 复制尚未追平时，从节点可能暴露旧状态。 读己之写、单调读或读取主节点可以保护对新鲜度敏感的路径。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Figure 6-5, PDF page 238. Original caption: Figure 6-5. If some shards are replicated slower than others, an observer may see the</a:t>
            </a:r>
          </a:p>
          <a:p xmlns:a="http://schemas.openxmlformats.org/drawingml/2006/main">
            <a:r>
              <a:t>Explanation: 复制尚未追平时，从节点可能暴露旧状态。 读己之写、单调读或读取主节点可以保护对新鲜度敏感的路径。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Figure 6-6, PDF page 240. Original caption: Figure 6-6. Multi-leader replication across multiple regions</a:t>
            </a:r>
          </a:p>
          <a:p xmlns:a="http://schemas.openxmlformats.org/drawingml/2006/main">
            <a:r>
              <a:t>Explanation: 多个写入者会产生并发版本，并可能以不同顺序到达。 冲突解决应保留业务意图；最后写入胜出可能静默丢失有效更新。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Figure 6-7, PDF page 242. Original caption: Figure 6-7. Three example topologies for multi-leader replication</a:t>
            </a:r>
          </a:p>
          <a:p xmlns:a="http://schemas.openxmlformats.org/drawingml/2006/main">
            <a:r>
              <a:t>Explanation: 多个写入者会产生并发版本，并可能以不同顺序到达。 冲突解决应保留业务意图；最后写入胜出可能静默丢失有效更新。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Figure 6-8, PDF page 243. Original caption: Figure 6-8. With multi-leader replication, writes may arrive in the wrong order at some</a:t>
            </a:r>
          </a:p>
          <a:p xmlns:a="http://schemas.openxmlformats.org/drawingml/2006/main">
            <a:r>
              <a:t>Explanation: 多个写入者会产生并发版本，并可能以不同顺序到达。 冲突解决应保留业务意图；最后写入胜出可能静默丢失有效更新。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Figure 6-9, PDF page 247. Original caption: Figure 6-9. A write conflict caused by two leaders concurrently updating the same record</a:t>
            </a:r>
          </a:p>
          <a:p xmlns:a="http://schemas.openxmlformats.org/drawingml/2006/main">
            <a:r>
              <a:t>Explanation: 多个写入者会产生并发版本，并可能以不同顺序到达。 冲突解决应保留业务意图；最后写入胜出可能静默丢失有效更新。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Figure 6-10, PDF page 250. Original caption: Figure 6-10. An example of Amazon’s shopping cart anomaly: if conflicts are merged by</a:t>
            </a:r>
          </a:p>
          <a:p xmlns:a="http://schemas.openxmlformats.org/drawingml/2006/main">
            <a:r>
              <a:t>Explanation: 多个写入者会产生并发版本，并可能以不同顺序到达。 冲突解决应保留业务意图；最后写入胜出可能静默丢失有效更新。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Figure 6-11, PDF page 251. Original caption: Figure 6-11. How two concurrent insertions into a string are merged by OT and a</a:t>
            </a:r>
          </a:p>
          <a:p xmlns:a="http://schemas.openxmlformats.org/drawingml/2006/main">
            <a:r>
              <a:t>Explanation: 多个写入者会产生并发版本，并可能以不同顺序到达。 冲突解决应保留业务意图；最后写入胜出可能静默丢失有效更新。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Figure 6-12, PDF page 254. Original caption: Figure 6-12. Writing to a majority of replicas, reading from a majority, and forwarding</a:t>
            </a:r>
          </a:p>
          <a:p xmlns:a="http://schemas.openxmlformats.org/drawingml/2006/main">
            <a:r>
              <a:t>Explanation: 系统通过副本响应和版本元数据判断新鲜度与因果关系。 仲裁交集有所帮助，但并发写入仍需要明确的版本处理。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Figure 6-13, PDF page 256. Original caption: Figure 6-13. If w + r &gt; n, at least one of the r replicas you read from must have seen the</a:t>
            </a:r>
          </a:p>
          <a:p xmlns:a="http://schemas.openxmlformats.org/drawingml/2006/main">
            <a:r>
              <a:t>Explanation: 该图具体展示：If w + r &gt; n, at least one of the r replicas you read from must have seen the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Figure 6-14, PDF page 262. Original caption: Figure 6-14. Concurrent writes in a Dynamo-style datastore: there is no well-defined</a:t>
            </a:r>
          </a:p>
          <a:p xmlns:a="http://schemas.openxmlformats.org/drawingml/2006/main">
            <a:r>
              <a:t>Explanation: 该图具体展示：Concurrent writes in a Dynamo-style datastore: there is no well-defined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Figure 6-15, PDF page 264. Original caption: Figure 6-15. Capturing causal dependencies between two clients concurrently editing a</a:t>
            </a:r>
          </a:p>
          <a:p xmlns:a="http://schemas.openxmlformats.org/drawingml/2006/main">
            <a:r>
              <a:t>Explanation: 系统通过副本响应和版本元数据判断新鲜度与因果关系。 仲裁交集有所帮助，但并发写入仍需要明确的版本处理。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Figure 6-16, PDF page 265. Original caption: Figure 6-16. The arrows indicate which operation happened before which other oper‐</a:t>
            </a:r>
          </a:p>
          <a:p xmlns:a="http://schemas.openxmlformats.org/drawingml/2006/main">
            <a:r>
              <a:t>Explanation: 系统通过副本响应和版本元数据判断新鲜度与因果关系。 仲裁交集有所帮助，但并发写入仍需要明确的版本处理。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6, book pages 197-243.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464f61c0c34c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6acae98cfe4e15" /><Relationship Type="http://schemas.openxmlformats.org/officeDocument/2006/relationships/slideLayout" Target="/ppt/slideLayouts/slideLayout1.xml" Id="R8ffd908b03a145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fd908b03a145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d653eabd04ecb" /><Relationship Type="http://schemas.openxmlformats.org/officeDocument/2006/relationships/notesSlide" Target="/ppt/notesSlides/notesSlide1.xml" Id="Rfc6d4da0016e46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d7e1fe8514e39" /><Relationship Type="http://schemas.openxmlformats.org/officeDocument/2006/relationships/notesSlide" Target="/ppt/notesSlides/notesSlide2.xml" Id="R5f2c7123add646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57cab831540bc" /><Relationship Type="http://schemas.openxmlformats.org/officeDocument/2006/relationships/notesSlide" Target="/ppt/notesSlides/notesSlide3.xml" Id="R75d609fddd2245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fd23464854b00" /><Relationship Type="http://schemas.openxmlformats.org/officeDocument/2006/relationships/notesSlide" Target="/ppt/notesSlides/notesSlide4.xml" Id="R80e2526b819143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caf4e23d14fcf" /><Relationship Type="http://schemas.openxmlformats.org/officeDocument/2006/relationships/notesSlide" Target="/ppt/notesSlides/notesSlide5.xml" Id="R0b5265b63ba04f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2db7399dc4169" /><Relationship Type="http://schemas.openxmlformats.org/officeDocument/2006/relationships/notesSlide" Target="/ppt/notesSlides/notesSlide6.xml" Id="Rfb4e1299b0e346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526d948dd4966" /><Relationship Type="http://schemas.openxmlformats.org/officeDocument/2006/relationships/image" Target="/ppt/media/image.png" Id="R3bac835a41a744fe" /><Relationship Type="http://schemas.openxmlformats.org/officeDocument/2006/relationships/notesSlide" Target="/ppt/notesSlides/notesSlide7.xml" Id="R29dacd2e6ab342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a0b70498447f1" /><Relationship Type="http://schemas.openxmlformats.org/officeDocument/2006/relationships/image" Target="/ppt/media/image2.png" Id="Rfcd886e1b3a04472" /><Relationship Type="http://schemas.openxmlformats.org/officeDocument/2006/relationships/notesSlide" Target="/ppt/notesSlides/notesSlide8.xml" Id="R0c24c485624a49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3a58ad6c0434a" /><Relationship Type="http://schemas.openxmlformats.org/officeDocument/2006/relationships/notesSlide" Target="/ppt/notesSlides/notesSlide9.xml" Id="R39c74244424b4b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ad29223924e8b" /><Relationship Type="http://schemas.openxmlformats.org/officeDocument/2006/relationships/notesSlide" Target="/ppt/notesSlides/notesSlide10.xml" Id="R9d20d219b2f145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8de0e6cb64964" /><Relationship Type="http://schemas.openxmlformats.org/officeDocument/2006/relationships/image" Target="/ppt/media/image3.png" Id="Rdcb328c8232e452a" /><Relationship Type="http://schemas.openxmlformats.org/officeDocument/2006/relationships/notesSlide" Target="/ppt/notesSlides/notesSlide11.xml" Id="R4549d351dd0547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6e8b5072a4555" /><Relationship Type="http://schemas.openxmlformats.org/officeDocument/2006/relationships/image" Target="/ppt/media/image4.png" Id="Ra9e74343a44b4fd3" /><Relationship Type="http://schemas.openxmlformats.org/officeDocument/2006/relationships/notesSlide" Target="/ppt/notesSlides/notesSlide12.xml" Id="R1f5a2fc6043c4c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b31de8fab4da2" /><Relationship Type="http://schemas.openxmlformats.org/officeDocument/2006/relationships/image" Target="/ppt/media/image5.png" Id="R9b8ea31d07e7407e" /><Relationship Type="http://schemas.openxmlformats.org/officeDocument/2006/relationships/notesSlide" Target="/ppt/notesSlides/notesSlide13.xml" Id="R26b2f174c75343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ca54cdb4f48f4" /><Relationship Type="http://schemas.openxmlformats.org/officeDocument/2006/relationships/notesSlide" Target="/ppt/notesSlides/notesSlide14.xml" Id="R7d4c4411eb4e4c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93f54971b4358" /><Relationship Type="http://schemas.openxmlformats.org/officeDocument/2006/relationships/notesSlide" Target="/ppt/notesSlides/notesSlide15.xml" Id="R7448027b4abd4a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6cb38b4b44823" /><Relationship Type="http://schemas.openxmlformats.org/officeDocument/2006/relationships/image" Target="/ppt/media/image6.png" Id="Re75f1b0da056467d" /><Relationship Type="http://schemas.openxmlformats.org/officeDocument/2006/relationships/notesSlide" Target="/ppt/notesSlides/notesSlide16.xml" Id="Re37077f48c3043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8fcff50ec45b1" /><Relationship Type="http://schemas.openxmlformats.org/officeDocument/2006/relationships/image" Target="/ppt/media/image7.png" Id="Rde4c84a2c38a4a65" /><Relationship Type="http://schemas.openxmlformats.org/officeDocument/2006/relationships/notesSlide" Target="/ppt/notesSlides/notesSlide17.xml" Id="Rbaf5b1e9183d4d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422d16d944be2" /><Relationship Type="http://schemas.openxmlformats.org/officeDocument/2006/relationships/image" Target="/ppt/media/image8.png" Id="R67f138fe3ff146d6" /><Relationship Type="http://schemas.openxmlformats.org/officeDocument/2006/relationships/notesSlide" Target="/ppt/notesSlides/notesSlide18.xml" Id="R442a2a38b9bd428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53c662f8a4611" /><Relationship Type="http://schemas.openxmlformats.org/officeDocument/2006/relationships/image" Target="/ppt/media/image9.png" Id="R92ca8c33a2904503" /><Relationship Type="http://schemas.openxmlformats.org/officeDocument/2006/relationships/notesSlide" Target="/ppt/notesSlides/notesSlide19.xml" Id="R46710de753ad45f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ac2f005d245b0" /><Relationship Type="http://schemas.openxmlformats.org/officeDocument/2006/relationships/image" Target="/ppt/media/image10.png" Id="R4332e6349fca4dba" /><Relationship Type="http://schemas.openxmlformats.org/officeDocument/2006/relationships/notesSlide" Target="/ppt/notesSlides/notesSlide20.xml" Id="R7579b879b1f04f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3c55658204ca1" /><Relationship Type="http://schemas.openxmlformats.org/officeDocument/2006/relationships/image" Target="/ppt/media/image11.png" Id="Rdf5862419f7d433b" /><Relationship Type="http://schemas.openxmlformats.org/officeDocument/2006/relationships/notesSlide" Target="/ppt/notesSlides/notesSlide21.xml" Id="Rabcf79885e0e4ab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eeac0ff1a47b1" /><Relationship Type="http://schemas.openxmlformats.org/officeDocument/2006/relationships/notesSlide" Target="/ppt/notesSlides/notesSlide22.xml" Id="R92a13edd7b34453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b50ef9f514a84" /><Relationship Type="http://schemas.openxmlformats.org/officeDocument/2006/relationships/notesSlide" Target="/ppt/notesSlides/notesSlide23.xml" Id="Ref6bf0cc7b674f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aa0011710416d" /><Relationship Type="http://schemas.openxmlformats.org/officeDocument/2006/relationships/image" Target="/ppt/media/image12.png" Id="Ra0267d54bb3147dc" /><Relationship Type="http://schemas.openxmlformats.org/officeDocument/2006/relationships/notesSlide" Target="/ppt/notesSlides/notesSlide24.xml" Id="R50a0c8976f4741e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143dfcc87434e" /><Relationship Type="http://schemas.openxmlformats.org/officeDocument/2006/relationships/image" Target="/ppt/media/image13.png" Id="Rd86f2b339dfd4782" /><Relationship Type="http://schemas.openxmlformats.org/officeDocument/2006/relationships/notesSlide" Target="/ppt/notesSlides/notesSlide25.xml" Id="Rfd2e6330236e434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8faee558e40bd" /><Relationship Type="http://schemas.openxmlformats.org/officeDocument/2006/relationships/image" Target="/ppt/media/image14.png" Id="R4cc61668b82049ca" /><Relationship Type="http://schemas.openxmlformats.org/officeDocument/2006/relationships/notesSlide" Target="/ppt/notesSlides/notesSlide26.xml" Id="R6cb587dee5164b1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706a31f7340a2" /><Relationship Type="http://schemas.openxmlformats.org/officeDocument/2006/relationships/image" Target="/ppt/media/image15.png" Id="R857660d258eb466f" /><Relationship Type="http://schemas.openxmlformats.org/officeDocument/2006/relationships/notesSlide" Target="/ppt/notesSlides/notesSlide27.xml" Id="R9bf19258b99847e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a0d945629434f" /><Relationship Type="http://schemas.openxmlformats.org/officeDocument/2006/relationships/image" Target="/ppt/media/image16.png" Id="R1ca42f05ca344477" /><Relationship Type="http://schemas.openxmlformats.org/officeDocument/2006/relationships/notesSlide" Target="/ppt/notesSlides/notesSlide28.xml" Id="Rddea8404403a46a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14a38765a4ce8" /><Relationship Type="http://schemas.openxmlformats.org/officeDocument/2006/relationships/notesSlide" Target="/ppt/notesSlides/notesSlide29.xml" Id="R2817d44fa5cb40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E14BC-029D-4003-B719-13365360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425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46E35-6271-4A3F-A574-564183B1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复制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5FC55-387E-4202-A910-0AF74E8A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9E2EC"/>
                </a:solidFill>
                <a:latin typeface="Arial"/>
                <a:ea typeface="Arial"/>
                <a:cs typeface="Arial"/>
              </a:rPr>
              <a:t>Replication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7A110-0B96-4542-BDED-B1D35587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CCCDC"/>
                </a:solidFill>
                <a:latin typeface="Arial"/>
                <a:ea typeface="Arial"/>
                <a:cs typeface="Arial"/>
              </a:rPr>
              <a:t>详细中文学习版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E1B39-B7A0-4E68-BF27-3A9CE69E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FB3C8"/>
                </a:solidFill>
                <a:latin typeface="Arial"/>
                <a:ea typeface="Arial"/>
                <a:cs typeface="Arial"/>
              </a:rPr>
              <a:t>01 / 29</a:t>
            </a:r>
          </a:p>
        </p:txBody>
      </p:sp>
    </p:spTree>
    <p:extLst>
      <p:ext uri="{BB962C8B-B14F-4D97-AF65-F5344CB8AC3E}">
        <p14:creationId xmlns:p14="http://schemas.microsoft.com/office/powerpoint/2010/main" val="2049782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B56B0-6358-478F-B1E2-5F0217FA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C1F2B-9452-4ED6-934F-A5B3D92A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本章结构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A63E2-2004-483B-A0A5-707A6807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02 /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83E87-9FBA-4FCB-BEBF-400DD02F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32E45-09AA-44D1-BB2D-8BB1E7AE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28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复制的目的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45045-5725-4035-B3A7-1655F17F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副本提高可用性、读取能力和地理接近性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8A17E-1D95-404D-BBCB-08B15B02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660F5-4485-44BA-9F49-6334CBFC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05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单主复制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A0C74-3F87-48C2-AFFC-91C487C6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主节点确定写入顺序，从节点重放复制日志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10516-24A8-4423-ABD2-D39D41CA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012FD-3F0F-491E-B07E-C4BCC197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复制延迟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80909-75BA-48EB-8930-379E7224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读己之写保证用户看到自己的更新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60AA5-305B-425A-8379-F1BF258A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3157C-7C2F-4C55-A020-634335DA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多主复制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39BCD-7C56-4317-AFC1-984C1D08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多地写入降低本地写延迟并支持离线工作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E1C32-A380-4B51-AB48-3CBC8F2A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F00CE-3490-4997-8AC7-F0CDA35A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无主复制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DCB2AD-5521-4E44-B519-6FAFED07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客户端向多个副本读写，并用仲裁判断结果</a:t>
            </a:r>
          </a:p>
        </p:txBody>
      </p:sp>
    </p:spTree>
    <p:extLst>
      <p:ext uri="{BB962C8B-B14F-4D97-AF65-F5344CB8AC3E}">
        <p14:creationId xmlns:p14="http://schemas.microsoft.com/office/powerpoint/2010/main" val="1234997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D59E2-0808-4FBF-ADA8-0956AA54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794B5-F3CC-444F-8FAE-E5560AD8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复制的目的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731B2-97D5-42B6-966E-0620653F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03 /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DA684-9B2B-4683-A750-135571A5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00EF9-D22F-460F-BC28-F870DEF7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副本提高可用性、读取能力和地理接近性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复制必须定义写入顺序、故障切换和一致性语义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复制延迟会让不同节点观察到不同状态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BA665-23B4-442E-9A3A-C81453F5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D563C-EC01-4BCA-9D17-2566387C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8531798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E5AF3-D0E8-4F87-A0BF-E5AC47F9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E68BE-2CF5-455F-B842-588991A3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复制的目的：设计权衡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94C80-48DA-4553-9C24-A5F45250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04 /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21A17-90AD-4412-B3F2-AF9AE232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3852B-C143-4273-80D9-F071AD08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适用条件：副本提高可用性、读取能力和地理接近性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3038385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C2B35-B68F-4FFE-B20F-4F740452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2A0EE-D6BE-4A49-9E35-67B35A3C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单主复制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7536C-3943-4CDD-BD3C-6BBFAD0B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05 /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B9520-B480-424B-AA6C-F6747BD1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9DC76-A8E2-4505-B352-F846DB4C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主节点确定写入顺序，从节点重放复制日志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同步副本提高耐久性，但增加延迟和不可用风险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异步副本响应快，却可能在主节点故障时丢失最新写入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E66B5-EFF2-4B26-A548-84828ECF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6A20F-6D63-4AD7-BC44-D3A736AB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622163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AA092-7F1C-4F34-B946-A6005C5E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83103-452C-4A76-BBFA-7318EF5E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单主复制：设计权衡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52594-548A-4990-93BA-0D5B8D25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06 /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A1635-6B0E-4109-B84A-FE9AC60B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6E8FA-4E3D-4054-A551-5461D784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适用条件：主节点确定写入顺序，从节点重放复制日志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5831599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17EE0-20A5-4E4B-B8C6-624690BA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601AB-B391-4AA7-A09D-8C4E6A14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6-1：机制解释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93BF1-D1C7-49C1-BD5B-772E5B6A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07 / 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c835a41a744fe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F9DAB-C2BD-4BFF-9C39-6904D754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ABEFD-E0B1-4655-B943-0E785043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写入经过一个主节点，从节点按顺序重放日志。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5CF28-ED86-4734-8C09-A5A67CF7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3BC68-A2DD-47A9-B6C1-2925210C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确认策略在写延迟、可用性和持久性之间做权衡。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4BBC6-99EB-4083-AAB4-93F5109E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156CD-C234-4A31-907B-CD233F45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8314961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81FF2-54EC-4847-9E21-62F85C35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205CC-C4AE-4FFC-A594-282B855E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6-2：机制解释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8935A-25C0-4293-97BF-A562CC46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08 / 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886e1b3a04472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69EA5-1C65-4F55-B108-9D42670F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EBB13-F7DE-4421-A9E2-C505D7BA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写入经过一个主节点，从节点按顺序重放日志。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8518D-D08F-4895-9474-D6E00282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87A76-842D-4F2F-8D10-923F05EB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确认策略在写延迟、可用性和持久性之间做权衡。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D6A26-6CF2-4AAF-A889-AA6E0DDD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9FC86-A285-4B39-95CD-0E011A23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4558240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96501-B215-4B3C-B251-47BC1AC5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629EE-1A0A-4F94-A1EB-C0CFDDA2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复制延迟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72FE2-93F6-4995-97A4-7A8DC249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09 /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428E2-392F-40C4-877E-42F1086D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27DD9-30F0-4F8F-A825-4A49C479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读己之写保证用户看到自己的更新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单调读避免用户看到时间倒退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一致前缀读防止因果相关事件以错误顺序出现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B3582-DBF0-431B-AF8F-32B6E17B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A291B-6B3A-42DC-A07C-094E57C1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7005808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ECB53-F2F3-429D-B5BD-F66E8FBB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06A39-EEE3-43D7-B895-1D37EA4B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复制延迟：设计权衡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BD3A7-14EC-4FAC-8A13-FD799538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10 /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3EBDC-1A52-41BD-8085-3B71F7A6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CC8D4-3B88-4101-897E-F912CE0C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适用条件：读己之写保证用户看到自己的更新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0765437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EA4BE-0CF6-41D8-A46E-1CEE5276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EAB1C-D546-4683-B108-D0D9F84E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6-3：机制解释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E6D1B-EC36-47C2-A2CD-E8A99AA0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11 / 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328c8232e452a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31295-D72A-4EA8-8026-0D35D780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EF1FE-A358-4220-88A3-BD0DC016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该图具体展示：Inconsistencies can arise when a user makes a write, followed by a read from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305DD-24AB-416A-BB38-BE212D3A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72875-BBE2-432B-B563-309BD034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0F1A7-1073-43C5-9A59-E7A244C9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0A68F-60E2-47C4-9BDB-1DCD2D49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8729730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007A5-A651-44E7-95D8-C16C9861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6871D-1141-4FDE-B621-D80BFC5F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6-4：机制解释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E1CB7-371A-4D6B-AFA6-49CF1A24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12 / 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74343a44b4fd3"/>
          <a:stretch xmlns:a="http://schemas.openxmlformats.org/drawingml/2006/main"/>
        </p:blipFill>
        <p:spPr>
          <a:xfrm xmlns:a="http://schemas.openxmlformats.org/drawingml/2006/main">
            <a:off x="1119375" y="1285875"/>
            <a:ext cx="6552826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27B9C-470F-4894-AF0A-B5213993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75C70-620F-4BC3-8A5A-31D5AB3D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复制尚未追平时，从节点可能暴露旧状态。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F8744-C5FB-431F-ACDB-B6F350EE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F8C40-7643-45E4-A7B1-AF6CA129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读己之写、单调读或读取主节点可以保护对新鲜度敏感的路径。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B1375-4DA6-4216-B168-08192A5B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1D04A-48B1-4645-A266-B95C142E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9764784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0DF56-C317-43B1-8EC9-7CDA071E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A0214-D03D-450B-905B-50BA7B0A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6-5：机制解释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98EB8-DA90-46B5-843E-598317AC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13 / 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ea31d07e7407e"/>
          <a:stretch xmlns:a="http://schemas.openxmlformats.org/drawingml/2006/main"/>
        </p:blipFill>
        <p:spPr>
          <a:xfrm xmlns:a="http://schemas.openxmlformats.org/drawingml/2006/main">
            <a:off x="1036845" y="1285875"/>
            <a:ext cx="6717884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B0A95-EAB5-43AC-9D02-C9966F87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4C63C-96D2-4637-BB1F-66B0A4B7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复制尚未追平时，从节点可能暴露旧状态。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C45DF-C5CC-40F9-8911-EFCB0CB5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5C5B9-9E07-4F21-BB8F-5BB2093B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读己之写、单调读或读取主节点可以保护对新鲜度敏感的路径。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E2CF8-4AAD-4D75-90E0-36CDD6AB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81D5C-1DBF-487D-899D-7DF3267F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7443189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38FDF-FF60-45A7-9306-FDDE606C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293BF-86E2-4C29-908F-7E515D1C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多主复制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5C5DC-9D22-488B-B76F-4342C9EB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14 /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CAED7-BA0F-40AA-9438-AE120FD6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EB306-B6AE-4E0E-91B8-7051BBA4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多地写入降低本地写延迟并支持离线工作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并发写入会产生冲突，必须定义合并规则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冲突解决应保留意图，不能只依赖最后写入胜出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CEB1F-E312-4BA0-894F-3971716D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A0B75-C8EC-4806-9559-B10B4D9C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204940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2D508-6C4B-4D2F-B6C3-ADAFAF7F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38276-3BA4-4A8D-8C4C-AD7E2926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多主复制：设计权衡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47301-3688-4648-99C4-89826FF0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15 /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4D308-E3E6-43BA-923F-A4101C6A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068C5-818D-4C2D-904D-71F603B7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适用条件：多地写入降低本地写延迟并支持离线工作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5490749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5BA6E-F019-41FA-99EF-F71BA458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8D992-1DC7-4BF8-8AF1-F85F98BF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6-6：机制解释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B5E2E-30D4-454A-868D-7EC6694C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16 / 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f1b0da056467d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1990F-B651-49BA-BDE7-55718AB7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A4272-45CA-4BA3-90BB-D7CA825B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多个写入者会产生并发版本，并可能以不同顺序到达。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4C2A1-0F51-4DB3-879E-F9B1EE68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1697F-5807-4991-9E55-FFC29CAA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冲突解决应保留业务意图；最后写入胜出可能静默丢失有效更新。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5896C-BE98-4E79-B305-4FE65036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ED614-7313-438B-9A9C-418356C4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9200381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E2941-D1A3-4D8E-9D6A-8AE654B2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F053B-24F1-4C18-B6B2-8ECD863C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6-7：机制解释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13163-5B87-4365-9ADB-E693771D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17 / 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c84a2c38a4a65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F3F8B-B293-4EB4-A711-CF0957B3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3EBBE-CCEA-4346-818B-6F0CDF2A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多个写入者会产生并发版本，并可能以不同顺序到达。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1A633-9B7F-435A-A365-53E7A049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B460A-AC2F-4565-8F77-A1BA051A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冲突解决应保留业务意图；最后写入胜出可能静默丢失有效更新。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85524-64CB-48FD-B4CA-4E895D1C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A4CD8-A852-4C58-BF6A-65AF0C9C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0575719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CFE5B-8ED6-419A-AB5B-B45D39DF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CB054-D570-42D6-8161-DD5ADBF6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6-8：机制解释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3CBF0-3FFC-401E-A92E-2FAD7B17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18 / 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138fe3ff146d6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8780B-DA93-4598-88A0-61BE2CE9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6E919-56FA-4D60-BBA2-7D99F7A1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多个写入者会产生并发版本，并可能以不同顺序到达。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10861-948E-45C6-953F-E52C3F9A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41CFB-C6EE-492E-8A14-D6D45423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冲突解决应保留业务意图；最后写入胜出可能静默丢失有效更新。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393B5-24C5-42E3-8947-92022E81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D2D39-19BF-4A9A-BF6C-39AC0054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37984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5866B-982B-4305-BE7D-C735907C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62DBA-B4CB-4F5E-8798-23FD81A4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6-9：机制解释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C30D9-D956-47D3-ACA9-5D4B8A7A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19 / 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a8c33a2904503"/>
          <a:stretch xmlns:a="http://schemas.openxmlformats.org/drawingml/2006/main"/>
        </p:blipFill>
        <p:spPr>
          <a:xfrm xmlns:a="http://schemas.openxmlformats.org/drawingml/2006/main">
            <a:off x="655255" y="1285875"/>
            <a:ext cx="7481066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6DD8F-921F-4361-8D92-ECC398CE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58630-3254-44AD-821D-F0FCEC29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多个写入者会产生并发版本，并可能以不同顺序到达。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A606B-8777-40C4-BE05-579FD72B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91AF9-8539-4942-8BB9-CF91D517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冲突解决应保留业务意图；最后写入胜出可能静默丢失有效更新。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5F5BC-FE39-4F99-962D-FA15B536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8AE6D-A3F8-47AC-AF2B-D591258C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7216692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FEFF7-A676-4C59-9F13-171F6A93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58831-4A8A-4F48-AEC1-BD1AE813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6-10：机制解释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D7BB4-38B0-45EE-BE45-9909C7BD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20 / 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2e6349fca4dba"/>
          <a:stretch xmlns:a="http://schemas.openxmlformats.org/drawingml/2006/main"/>
        </p:blipFill>
        <p:spPr>
          <a:xfrm xmlns:a="http://schemas.openxmlformats.org/drawingml/2006/main">
            <a:off x="820720" y="1285875"/>
            <a:ext cx="7150134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32FD9-35DD-4F1E-89FA-CC5ABE4C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7FC2E-C629-44C7-8CC7-48CF7FD1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多个写入者会产生并发版本，并可能以不同顺序到达。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BFAE4-2FC8-41C0-8117-FC9586B5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2C388-0D90-4359-9A6B-1C6183AF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冲突解决应保留业务意图；最后写入胜出可能静默丢失有效更新。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58901-EA5D-4293-ADFB-ED7AB1B5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860EA-A8EB-47B3-9BCA-21BD8F07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7513088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8034B-39D2-46CF-928C-EE87B78D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85F3D-32ED-4401-9394-7E1841F1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6-11：机制解释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C04BB-2DDC-4B56-87B4-90DF0902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21 / 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862419f7d433b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5DEAC-E3F7-4B82-BA9A-14AF85DA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CF0EC-F9FF-4182-AC64-E19EEA97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多个写入者会产生并发版本，并可能以不同顺序到达。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6654E-72FA-4258-8A9A-F7C14C7D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D46C5-CF56-46B1-A7DB-8750A379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冲突解决应保留业务意图；最后写入胜出可能静默丢失有效更新。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75F71-950E-43B4-917D-4B2A9F84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E10EE-165C-4D04-AA65-5D81EA7A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5009998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68B7D-7AA9-47A7-85FF-617FB40C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C5618-9330-4B7B-8C5B-AD1E5386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无主复制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8A029-C55D-44C3-A35E-44B8E423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22 /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CF95C-BFE9-41B8-90DB-DB8793A3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9A5A0-319A-476B-AB8B-01627F1F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客户端向多个副本读写，并用仲裁判断结果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读修复和反熵过程修补遗漏写入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仲裁公式不能单独保证强一致性，还取决于并发和故障模型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94270-9E91-43EF-B68F-107B9B13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4DC94-23CD-4E6B-8EB1-FF2A8CBC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6486423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77D05-3210-4D07-8FD0-FC069EE7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AA5F5-D25F-451B-A574-7726561D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无主复制：设计权衡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2DAC7-1722-462A-B050-CD1ECCF0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23 /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3C08A-2EB5-4B4D-8B6E-7D8B8E98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F1FFD-8F7F-4A76-BC48-1EB6FDFC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适用条件：客户端向多个副本读写，并用仲裁判断结果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46500411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13A70-08B9-486C-AA43-7E67D80E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B4A28-9099-4E68-A993-5B0350FF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6-12：机制解释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F670A-BCE4-4E98-A090-C99CD5E6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24 / 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67d54bb3147dc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F8239-6276-4D5A-97E9-BCC63620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9EAFC-F037-44E1-81B1-C741D416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系统通过副本响应和版本元数据判断新鲜度与因果关系。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F8E5E-E6F9-4962-8B9B-DCEF3B94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7CB60-400C-440A-8D4F-54A0D8EE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仲裁交集有所帮助，但并发写入仍需要明确的版本处理。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DB09C-1BF0-4260-9709-A1510202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70D12-7777-4BBA-9178-B526420A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7039096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45366-44D8-48BB-8A75-9F5C8DA6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865FD-A870-4A5A-9491-1519BDDA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6-13：机制解释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4D661-0D8B-4057-AF87-7D919CB4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25 / 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f2b339dfd4782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44B2D-26B2-4D93-8DCF-03CE8121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DF8E5-3A54-42BC-8B38-DEB272F9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该图具体展示：If w + r &gt; n, at least one of the r replicas you read from must have seen the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6E25C-55E3-4A88-B3EC-E2D7AD15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C8F93-94E4-4DB5-8A6C-1E5E1049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AD3FA-16F8-40CF-ABD1-1248702C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CF254-181C-4966-AD81-A4495268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71518980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D6E27-A18B-4656-8AA2-9FCB566A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DFE7C-1344-48D4-B5D4-F0176E6F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6-14：机制解释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AF65F-D959-4B44-A3C5-334CB725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26 / 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61668b82049ca"/>
          <a:stretch xmlns:a="http://schemas.openxmlformats.org/drawingml/2006/main"/>
        </p:blipFill>
        <p:spPr>
          <a:xfrm xmlns:a="http://schemas.openxmlformats.org/drawingml/2006/main">
            <a:off x="514350" y="1355590"/>
            <a:ext cx="7762875" cy="462306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39636-9A61-4189-BB0B-AC19A4F0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E7727-4CA7-48B6-88B1-F0D1512B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该图具体展示：Concurrent writes in a Dynamo-style datastore: there is no well-defined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39E70-3A98-49E6-AD2A-3473DAFF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8948D-0207-4E43-AD60-35D2E75B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BA57C-2C33-4A02-85CD-A3250C95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80E2A-8E75-4354-A8E7-D59DFEC2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2161204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CFE57-668A-4D66-B6F0-F11B327B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C3C81-2DB4-4C9A-8C7D-AD59DC62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6-15：机制解释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6D48C-E608-4E42-8A49-4B870236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27 / 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660d258eb466f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3335C-41EA-4E44-A4A2-B7A1E7C9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BEF10-896D-4B06-95A0-D59D5D88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系统通过副本响应和版本元数据判断新鲜度与因果关系。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DEC29-6199-426E-8FA6-38238269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FDCCB-8196-4681-AB40-CC6B1B45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仲裁交集有所帮助，但并发写入仍需要明确的版本处理。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55542-0CD7-45EC-A93D-5DC62F5F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C414B-5A61-4BE1-B0BF-07220EBF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63126759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35ABE-0A3C-4747-853A-8198540F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86032-3150-4BB2-8A25-0948F0B5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6-16：机制解释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EA11D-F04C-4CBC-A062-C1CF143D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28 / 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42f05ca344477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FF057-0CDB-4BC3-AD76-EF4AD19E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2F5C3-1699-4B53-A96D-351E0B5D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系统通过副本响应和版本元数据判断新鲜度与因果关系。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3F197-1BC7-4B77-8056-2E23E3EA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D4B06-8FAA-4BD9-AE5E-4CD1814A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仲裁交集有所帮助，但并发写入仍需要明确的版本处理。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334B5-1C42-4052-B2B6-0FF305C8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734AE-587D-4480-BDC2-069190EB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6011355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24433-35ED-41E7-8ED8-1C938EE7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D1495B"/>
                </a:solidFill>
                <a:latin typeface="Arial"/>
                <a:ea typeface="Arial"/>
                <a:cs typeface="Arial"/>
              </a:rPr>
              <a:t>第 06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0AD8D-B8A2-4EB2-AA8B-68A67B34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复习与应用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A6A1B-05C2-4A59-93ED-8E10E5E5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29 /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E8C61-F005-4629-84B2-02C2C6D2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用一句话说明本章解决的核心问题。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选择一个机制，列出它成立所依赖的假设。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描述一个故障场景，并解释系统如何恢复。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把本章权衡应用到你正在设计的一个系统。</a:t>
            </a:r>
          </a:p>
        </p:txBody>
      </p:sp>
    </p:spTree>
    <p:extLst>
      <p:ext uri="{BB962C8B-B14F-4D97-AF65-F5344CB8AC3E}">
        <p14:creationId xmlns:p14="http://schemas.microsoft.com/office/powerpoint/2010/main" val="15077701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2026-09-27T19:47:23.0640000Z</dcterms:created>
  <dcterms:modified xsi:type="dcterms:W3CDTF">2026-09-27T19:47:23.0640000Z</dcterms:modified>
</coreProperties>
</file>