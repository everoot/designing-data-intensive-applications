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d58d641238446a" /><Relationship Type="http://schemas.openxmlformats.org/officeDocument/2006/relationships/extended-properties" Target="/docProps/app.xml" Id="R92303e21e535464c" /><Relationship Type="http://schemas.openxmlformats.org/officeDocument/2006/relationships/officeDocument" Target="/ppt/presentation.xml" Id="R83a00187a3f646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00448fe70046b1"/>
  </p:sldMasterIdLst>
  <p:notesMasterIdLst>
    <p:notesMasterId xmlns:r="http://schemas.openxmlformats.org/officeDocument/2006/relationships" r:id="Rb06bd144368044f6"/>
  </p:notesMasterIdLst>
  <p:sldIdLst>
    <p:sldId xmlns:r="http://schemas.openxmlformats.org/officeDocument/2006/relationships" id="256" r:id="R71a65c4e61c0494a"/>
    <p:sldId xmlns:r="http://schemas.openxmlformats.org/officeDocument/2006/relationships" id="257" r:id="R54d739472f6c4ff9"/>
    <p:sldId xmlns:r="http://schemas.openxmlformats.org/officeDocument/2006/relationships" id="258" r:id="R4016d7e9747e413f"/>
    <p:sldId xmlns:r="http://schemas.openxmlformats.org/officeDocument/2006/relationships" id="259" r:id="R8406c0bce6f54212"/>
    <p:sldId xmlns:r="http://schemas.openxmlformats.org/officeDocument/2006/relationships" id="260" r:id="Rafeea9e2119e484e"/>
    <p:sldId xmlns:r="http://schemas.openxmlformats.org/officeDocument/2006/relationships" id="261" r:id="R0537680116fe4e46"/>
    <p:sldId xmlns:r="http://schemas.openxmlformats.org/officeDocument/2006/relationships" id="262" r:id="R18d0c99b79ca4e64"/>
    <p:sldId xmlns:r="http://schemas.openxmlformats.org/officeDocument/2006/relationships" id="263" r:id="Rb479a89864994cc7"/>
    <p:sldId xmlns:r="http://schemas.openxmlformats.org/officeDocument/2006/relationships" id="264" r:id="Rba109160a5134402"/>
    <p:sldId xmlns:r="http://schemas.openxmlformats.org/officeDocument/2006/relationships" id="265" r:id="R6683960a3c584d3f"/>
    <p:sldId xmlns:r="http://schemas.openxmlformats.org/officeDocument/2006/relationships" id="266" r:id="Ra05f9de48a8f40e2"/>
    <p:sldId xmlns:r="http://schemas.openxmlformats.org/officeDocument/2006/relationships" id="267" r:id="R8ead9f4439034bf5"/>
    <p:sldId xmlns:r="http://schemas.openxmlformats.org/officeDocument/2006/relationships" id="268" r:id="R8889d95c1f5d4b2b"/>
    <p:sldId xmlns:r="http://schemas.openxmlformats.org/officeDocument/2006/relationships" id="269" r:id="R5706bab7b9164eb5"/>
    <p:sldId xmlns:r="http://schemas.openxmlformats.org/officeDocument/2006/relationships" id="270" r:id="Re80960b3289244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c2d91a2cbb41f2" /><Relationship Type="http://schemas.openxmlformats.org/officeDocument/2006/relationships/slideMaster" Target="/ppt/slideMasters/slideMaster1.xml" Id="R1f00448fe70046b1" /><Relationship Type="http://schemas.openxmlformats.org/officeDocument/2006/relationships/notesMaster" Target="/ppt/notesMasters/notesMaster1.xml" Id="Rb06bd144368044f6" /><Relationship Type="http://schemas.openxmlformats.org/officeDocument/2006/relationships/presProps" Target="/ppt/presProps.xml" Id="Rc31eb4b323944f4d" /><Relationship Type="http://schemas.openxmlformats.org/officeDocument/2006/relationships/tableStyles" Target="/ppt/tableStyles.xml" Id="Rdd3a6e4eeee5432d" /><Relationship Type="http://schemas.openxmlformats.org/officeDocument/2006/relationships/slide" Target="/ppt/slides/slide1.xml" Id="R71a65c4e61c0494a" /><Relationship Type="http://schemas.openxmlformats.org/officeDocument/2006/relationships/slide" Target="/ppt/slides/slide2.xml" Id="R54d739472f6c4ff9" /><Relationship Type="http://schemas.openxmlformats.org/officeDocument/2006/relationships/slide" Target="/ppt/slides/slide3.xml" Id="R4016d7e9747e413f" /><Relationship Type="http://schemas.openxmlformats.org/officeDocument/2006/relationships/slide" Target="/ppt/slides/slide4.xml" Id="R8406c0bce6f54212" /><Relationship Type="http://schemas.openxmlformats.org/officeDocument/2006/relationships/slide" Target="/ppt/slides/slide5.xml" Id="Rafeea9e2119e484e" /><Relationship Type="http://schemas.openxmlformats.org/officeDocument/2006/relationships/slide" Target="/ppt/slides/slide6.xml" Id="R0537680116fe4e46" /><Relationship Type="http://schemas.openxmlformats.org/officeDocument/2006/relationships/slide" Target="/ppt/slides/slide7.xml" Id="R18d0c99b79ca4e64" /><Relationship Type="http://schemas.openxmlformats.org/officeDocument/2006/relationships/slide" Target="/ppt/slides/slide8.xml" Id="Rb479a89864994cc7" /><Relationship Type="http://schemas.openxmlformats.org/officeDocument/2006/relationships/slide" Target="/ppt/slides/slide9.xml" Id="Rba109160a5134402" /><Relationship Type="http://schemas.openxmlformats.org/officeDocument/2006/relationships/slide" Target="/ppt/slides/slide10.xml" Id="R6683960a3c584d3f" /><Relationship Type="http://schemas.openxmlformats.org/officeDocument/2006/relationships/slide" Target="/ppt/slides/slide11.xml" Id="Ra05f9de48a8f40e2" /><Relationship Type="http://schemas.openxmlformats.org/officeDocument/2006/relationships/slide" Target="/ppt/slides/slide12.xml" Id="R8ead9f4439034bf5" /><Relationship Type="http://schemas.openxmlformats.org/officeDocument/2006/relationships/slide" Target="/ppt/slides/slide13.xml" Id="R8889d95c1f5d4b2b" /><Relationship Type="http://schemas.openxmlformats.org/officeDocument/2006/relationships/slide" Target="/ppt/slides/slide14.xml" Id="R5706bab7b9164eb5" /><Relationship Type="http://schemas.openxmlformats.org/officeDocument/2006/relationships/slide" Target="/ppt/slides/slide15.xml" Id="Re80960b3289244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43feaed03a45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53c51a64c54783" /><Relationship Type="http://schemas.openxmlformats.org/officeDocument/2006/relationships/notesMaster" Target="/ppt/notesMasters/notesMaster1.xml" Id="Ra3bc672517e14a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dc89c5c8f54ae2" /><Relationship Type="http://schemas.openxmlformats.org/officeDocument/2006/relationships/notesMaster" Target="/ppt/notesMasters/notesMaster1.xml" Id="Rf795878db63b44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d85862a064458c" /><Relationship Type="http://schemas.openxmlformats.org/officeDocument/2006/relationships/notesMaster" Target="/ppt/notesMasters/notesMaster1.xml" Id="R90ffaabcd0c340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c256c2334a4114" /><Relationship Type="http://schemas.openxmlformats.org/officeDocument/2006/relationships/notesMaster" Target="/ppt/notesMasters/notesMaster1.xml" Id="R3c54b337470d4c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764a278b7c42c9" /><Relationship Type="http://schemas.openxmlformats.org/officeDocument/2006/relationships/notesMaster" Target="/ppt/notesMasters/notesMaster1.xml" Id="Red87ddbe705542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d9eda651e245e9" /><Relationship Type="http://schemas.openxmlformats.org/officeDocument/2006/relationships/notesMaster" Target="/ppt/notesMasters/notesMaster1.xml" Id="R97635108368942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996cd2a3304f9e" /><Relationship Type="http://schemas.openxmlformats.org/officeDocument/2006/relationships/notesMaster" Target="/ppt/notesMasters/notesMaster1.xml" Id="R744944c0f8fc44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c8c78d5f5246c7" /><Relationship Type="http://schemas.openxmlformats.org/officeDocument/2006/relationships/notesMaster" Target="/ppt/notesMasters/notesMaster1.xml" Id="R7db0899333c443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af46fc5ba2407c" /><Relationship Type="http://schemas.openxmlformats.org/officeDocument/2006/relationships/notesMaster" Target="/ppt/notesMasters/notesMaster1.xml" Id="Rdddf25e11abf42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5b6eaeac064b83" /><Relationship Type="http://schemas.openxmlformats.org/officeDocument/2006/relationships/notesMaster" Target="/ppt/notesMasters/notesMaster1.xml" Id="R523386ccb45946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275a8fe4954814" /><Relationship Type="http://schemas.openxmlformats.org/officeDocument/2006/relationships/notesMaster" Target="/ppt/notesMasters/notesMaster1.xml" Id="R7af85b07bc224f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0080836d0244cb" /><Relationship Type="http://schemas.openxmlformats.org/officeDocument/2006/relationships/notesMaster" Target="/ppt/notesMasters/notesMaster1.xml" Id="Rb254702f312f4f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26a40f9be54477" /><Relationship Type="http://schemas.openxmlformats.org/officeDocument/2006/relationships/notesMaster" Target="/ppt/notesMasters/notesMaster1.xml" Id="Rdaf0d6b001774b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aaeab181d64056" /><Relationship Type="http://schemas.openxmlformats.org/officeDocument/2006/relationships/notesMaster" Target="/ppt/notesMasters/notesMaster1.xml" Id="R51faaf7e7d5746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44c605a3364366" /><Relationship Type="http://schemas.openxmlformats.org/officeDocument/2006/relationships/notesMaster" Target="/ppt/notesMasters/notesMaster1.xml" Id="R491d7b9f4b4b47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Figure 13-1, PDF page 580. Original caption: Figure 13-1. In a search index, writes (document updates) meet reads (queries).</a:t>
            </a:r>
          </a:p>
          <a:p xmlns:a="http://schemas.openxmlformats.org/drawingml/2006/main">
            <a:r>
              <a:t>Explanation: 读写在派生状态或约束边界相遇。 系统需要协调更新，或在端到端层面验证不变量。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Figure 13-2, PDF page 593. Original caption: Figure 13-2. Checking whether a source account has enough money and atomically</a:t>
            </a:r>
          </a:p>
          <a:p xmlns:a="http://schemas.openxmlformats.org/drawingml/2006/main">
            <a:r>
              <a:t>Explanation: 读写在派生状态或约束边界相遇。 系统需要协调更新，或在端到端层面验证不变量。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13, book pages 539-579.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97f7d033440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baca6b293b48f5" /><Relationship Type="http://schemas.openxmlformats.org/officeDocument/2006/relationships/slideLayout" Target="/ppt/slideLayouts/slideLayout1.xml" Id="R14fb344b43954f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fb344b43954f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e0c4af2e84f0f" /><Relationship Type="http://schemas.openxmlformats.org/officeDocument/2006/relationships/notesSlide" Target="/ppt/notesSlides/notesSlide1.xml" Id="Rc520ecbd244145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e3241949743ca" /><Relationship Type="http://schemas.openxmlformats.org/officeDocument/2006/relationships/notesSlide" Target="/ppt/notesSlides/notesSlide2.xml" Id="R5347107d7cc94e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c0212b7924345" /><Relationship Type="http://schemas.openxmlformats.org/officeDocument/2006/relationships/notesSlide" Target="/ppt/notesSlides/notesSlide3.xml" Id="R33a3902b65164f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620e828584595" /><Relationship Type="http://schemas.openxmlformats.org/officeDocument/2006/relationships/notesSlide" Target="/ppt/notesSlides/notesSlide4.xml" Id="R9a51617bff144c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d3c68a2144fb2" /><Relationship Type="http://schemas.openxmlformats.org/officeDocument/2006/relationships/image" Target="/ppt/media/image.png" Id="Rbfd82a56375a4dab" /><Relationship Type="http://schemas.openxmlformats.org/officeDocument/2006/relationships/notesSlide" Target="/ppt/notesSlides/notesSlide5.xml" Id="R760252ea3e5442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855547c2b4c31" /><Relationship Type="http://schemas.openxmlformats.org/officeDocument/2006/relationships/notesSlide" Target="/ppt/notesSlides/notesSlide6.xml" Id="R7233b958e08f4d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1fedc1e0d48eb" /><Relationship Type="http://schemas.openxmlformats.org/officeDocument/2006/relationships/notesSlide" Target="/ppt/notesSlides/notesSlide7.xml" Id="Rda128e4db53145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6def5cd504630" /><Relationship Type="http://schemas.openxmlformats.org/officeDocument/2006/relationships/notesSlide" Target="/ppt/notesSlides/notesSlide8.xml" Id="R49b7caa174d147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bad77b38b4720" /><Relationship Type="http://schemas.openxmlformats.org/officeDocument/2006/relationships/notesSlide" Target="/ppt/notesSlides/notesSlide9.xml" Id="R2a40bd21873145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c4b6e1ebb4889" /><Relationship Type="http://schemas.openxmlformats.org/officeDocument/2006/relationships/notesSlide" Target="/ppt/notesSlides/notesSlide10.xml" Id="Ref4dcf6d2bf742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fbc6322304167" /><Relationship Type="http://schemas.openxmlformats.org/officeDocument/2006/relationships/notesSlide" Target="/ppt/notesSlides/notesSlide11.xml" Id="Rd4fcdc43af924e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74a44ce614e05" /><Relationship Type="http://schemas.openxmlformats.org/officeDocument/2006/relationships/image" Target="/ppt/media/image2.png" Id="R1fd64eb534aa4cf7" /><Relationship Type="http://schemas.openxmlformats.org/officeDocument/2006/relationships/notesSlide" Target="/ppt/notesSlides/notesSlide12.xml" Id="Ra0b1e627984247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abb6d784448de" /><Relationship Type="http://schemas.openxmlformats.org/officeDocument/2006/relationships/notesSlide" Target="/ppt/notesSlides/notesSlide13.xml" Id="R2e0daeb2121341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8ca24fca441d9" /><Relationship Type="http://schemas.openxmlformats.org/officeDocument/2006/relationships/notesSlide" Target="/ppt/notesSlides/notesSlide14.xml" Id="R0f5f3077792646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81ad6a4074439" /><Relationship Type="http://schemas.openxmlformats.org/officeDocument/2006/relationships/notesSlide" Target="/ppt/notesSlides/notesSlide15.xml" Id="R986f8f7f636545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AA615-F3DF-4D42-B7D6-8904D5FE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886BC-5438-4642-94D7-4B74282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流系统的设计哲学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85A43-87A6-4350-B9D7-C1A3EA00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A Philosophy of Streaming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303CB-07B1-4683-ABC5-3D8B7719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2CE32-737A-44E7-9ABD-DD303D7A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1277843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AAF41-5748-415B-B072-FEFD04E9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F7C30-EA4D-40F5-85FA-CA8F37F8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14D58-5380-48CA-B179-49306A1B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1FC31-79BC-4BE6-90CC-5485142F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B640F-9935-4EEC-8978-33942826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数据集成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D1C44-B649-4ED3-9FA8-D7F47EE7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组织往往组合多个专用系统，而不是依赖单一数据库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842CB-8454-46B0-BCA1-99D78FC2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2A5B4-3B22-413C-8C7A-13FDD6CD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批与流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95185-64D5-4025-94EE-28A3B970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批处理处理有界数据，流处理处理持续到来的变化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B8CAF-B881-41CE-985E-6E16C748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0F9C7-4D71-4E31-B932-E10C409B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拆解数据库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3A7A3-4043-4CB4-8BE8-1D9D4FD8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索引、缓存、搜索和数仓都可视为数据流维护的视图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F0046-C157-4CE7-A47C-7A4515C0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72752-4065-42BC-9B25-B699DF79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正确性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BA357-E10C-45B7-B128-DF72DE44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底层原子性无法自动保证跨系统业务流程正确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5718D-2FB5-42D6-A17B-1DB97F40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C16C7-011D-485B-90F0-937ED5B1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可信系统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614CE-D8DF-443E-A0F6-0477A6EF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及时性关注更新何时可见，完整性关注结果是否正确</a:t>
            </a:r>
          </a:p>
        </p:txBody>
      </p:sp>
    </p:spTree>
    <p:extLst>
      <p:ext uri="{BB962C8B-B14F-4D97-AF65-F5344CB8AC3E}">
        <p14:creationId xmlns:p14="http://schemas.microsoft.com/office/powerpoint/2010/main" val="1602914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16B12-D13A-4362-8BDC-F17BF3BF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B76FD-0C3B-473A-B9A0-E337E7F0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数据集成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95408-DC3B-43B6-A6ED-8A925C6D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93757-A96C-43A2-9E6B-1886129F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68E7A-8473-4303-879F-F3287BF8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组织往往组合多个专用系统，而不是依赖单一数据库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派生数据通过批处理或流处理从记录系统生成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关键是让数据流可追踪、可重建并有清晰所有权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9CA2A-423D-43CF-B0CF-7DFD6260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3DA7C-0C3E-4376-B7DF-72E27D33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4094305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3B139-4C6B-47B6-8B07-7D4C5DA1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E2F87-65C5-42D8-AC7C-5F00FD74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数据集成：设计权衡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8497E-A501-4674-9001-F045837A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79265-21CB-402E-BF67-FE52C3C1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EE28A-9F61-49EE-8209-1A3DD7D5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适用条件：组织往往组合多个专用系统，而不是依赖单一数据库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9867418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EC9EE-34E5-4620-B7B6-F3C2AD32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14375-A401-464C-BF0B-3C8EDE36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13-1：机制解释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318CD-EB76-411D-830E-7A973E26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15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82a56375a4dab"/>
          <a:stretch xmlns:a="http://schemas.openxmlformats.org/drawingml/2006/main"/>
        </p:blipFill>
        <p:spPr>
          <a:xfrm xmlns:a="http://schemas.openxmlformats.org/drawingml/2006/main">
            <a:off x="514350" y="1483816"/>
            <a:ext cx="7762875" cy="436661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A52A2-3D5D-4D94-ACE1-58FA6E7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A7D77-8DFB-4F18-B404-D5614A01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读写在派生状态或约束边界相遇。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1420D-195F-4412-ABD0-4A29CF7C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3E843-CB9C-4EF0-A0EB-F972DA05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系统需要协调更新，或在端到端层面验证不变量。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D6E67-FD59-46FB-952C-B339D914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75864-6106-4ABF-8C08-5686BC72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88773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8F724-DDEE-4C73-B134-590AC446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E43BC-151A-47AC-BC51-1DA8C0A0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批与流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5234D-F0DE-4257-A929-898EADE6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43854-0742-44A3-82A8-B45C86DB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75316-0BF8-4C16-B23E-EFE8FFF3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批处理处理有界数据，流处理处理持续到来的变化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两者可共享相同转换逻辑和数据模型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统一不等于强迫所有工作负载使用同一执行引擎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750ED-1FEE-427D-A501-24664910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59579-EB0B-416D-BC95-CB9A3924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653097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9EA7B-6E31-4D92-9E1B-A92F279F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E628E-56C8-4768-95E8-91DF26D7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批与流：设计权衡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DED61-A096-4EBE-9E7F-7AA769E0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C0016-CFA1-4D29-AADC-E2E6708C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E817E-E0F3-4F7E-9426-17B61E67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适用条件：批处理处理有界数据，流处理处理持续到来的变化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99426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1AB0F-2FF5-4B7E-97B7-C622277C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F8977-AD0F-4E3C-8935-6DBC4479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拆解数据库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E003B-A68C-4319-8399-735CED6F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D36C8-59BD-473F-9866-3407FAA8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EF5D6-89C7-4F40-A784-EF325967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索引、缓存、搜索和数仓都可视为数据流维护的视图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日志把写入顺序转化为不同存储系统的输入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应用可以围绕数据流组合存储，而非围绕单一数据库组织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881D0-1867-4D2D-B7AB-F734021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61FED-E561-41EC-910D-B251A14E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891516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11400-9521-4D4E-8C6C-E0271310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1E48A-DBD9-4F91-A223-0F3AB6EF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拆解数据库：设计权衡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96A40-D0B2-4451-96EB-3ED0AF3B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2B9F9-891C-4D5A-8058-B42F671A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F84DB-2279-4F2F-A0CB-880E4D6A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适用条件：索引、缓存、搜索和数仓都可视为数据流维护的视图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4952209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9BE8D-73D4-4CFF-B158-4F0A875E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68B69-D3BD-4ED1-920D-F8640C9F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正确性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2E2F6-22E7-48F4-B9E6-17E72DB0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62708-473F-48EE-8BC2-6CA95835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2B82F-F5B4-428B-B1AD-4D0B37FB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底层原子性无法自动保证跨系统业务流程正确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端到端论证要求在最了解语义的层验证结果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约束可以通过集中协调、分区所有权或补偿机制实现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FD52D-E5D5-4895-819A-C3878F6D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EB2D4-FE70-40EE-96B0-71D5F342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7794889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FF13E-3223-418A-AEEF-FF46044F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467D3-2B47-49DB-8BB7-34BD8548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正确性：设计权衡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DC211-04F9-44DA-A389-8E1B414A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F2C91-1285-4313-B45F-0456490F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07EA7-4711-4302-A6DD-F28F31E0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适用条件：底层原子性无法自动保证跨系统业务流程正确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2102138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D609A-6CCB-4645-953F-52108172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1061F-AA8E-4371-92C4-339A258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13-2：机制解释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2C4DE-0848-4D6A-A6A9-9838CEB0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64eb534aa4cf7"/>
          <a:stretch xmlns:a="http://schemas.openxmlformats.org/drawingml/2006/main"/>
        </p:blipFill>
        <p:spPr>
          <a:xfrm xmlns:a="http://schemas.openxmlformats.org/drawingml/2006/main">
            <a:off x="514350" y="1463023"/>
            <a:ext cx="7762875" cy="440820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FE076-C424-4D91-A551-FA924A16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FB6B8-C094-49A8-B0FF-FBEB644E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读写在派生状态或约束边界相遇。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C3EAA-0B81-484E-863E-2CC6B87A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1E9DE-D62A-4B38-BA30-5FF6B7A1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系统需要协调更新，或在端到端层面验证不变量。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A9AE2-65A6-430E-806A-C4299D40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04257-D727-4D5B-9CBA-755462A1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7415448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6B6B6-77A2-471D-8FDB-9C56C286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8F98E-F104-4ED8-94BB-6F4EC084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可信系统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6FCFC-B1DC-43A8-8B9A-6AF0BE4B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49E81-7D9F-44B0-9B5E-972B451C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1BC1A-5BA4-4622-B01B-6B1535CA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及时性关注更新何时可见，完整性关注结果是否正确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审计日志、对账和不变量检查能发现静默错误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关键系统应既有预防机制，也有独立验证与修复路径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EA264-068E-40F7-838C-9249E8CF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0E081-40EC-43D3-BE07-DD15E0DD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0198875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6173D-6403-4FB5-BF12-3BF91E0D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F0984-846F-4A50-A4B7-5FE4112E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可信系统：设计权衡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686E0-9DD8-404E-8CC6-C165DD9A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B2D00-D378-47FE-8F77-F12B59AB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C6C2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DB97D-B504-4C26-A07F-84DFC412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适用条件：及时性关注更新何时可见，完整性关注结果是否正确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4994186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65AE4-772A-4F21-8D0D-1372908B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BC6C25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BC6C25"/>
                </a:solidFill>
                <a:latin typeface="Arial"/>
                <a:ea typeface="Arial"/>
                <a:cs typeface="Arial"/>
              </a:rPr>
              <a:t>第 13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081D9-FB1F-4608-9B55-866CF2C0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6FC61-5119-4A00-9D87-FA471236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65879-89D1-4ED3-8020-7B8640D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1723296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2026-09-27T19:47:58.8610000Z</dcterms:created>
  <dcterms:modified xsi:type="dcterms:W3CDTF">2026-09-27T19:47:58.8610000Z</dcterms:modified>
</coreProperties>
</file>