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139422b377400d" /><Relationship Type="http://schemas.openxmlformats.org/officeDocument/2006/relationships/extended-properties" Target="/docProps/app.xml" Id="R4f0ab0a1518646df" /><Relationship Type="http://schemas.openxmlformats.org/officeDocument/2006/relationships/officeDocument" Target="/ppt/presentation.xml" Id="R1f078ebc48a14f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513722ef344061"/>
  </p:sldMasterIdLst>
  <p:notesMasterIdLst>
    <p:notesMasterId xmlns:r="http://schemas.openxmlformats.org/officeDocument/2006/relationships" r:id="Rac7e5a38ec854d32"/>
  </p:notesMasterIdLst>
  <p:sldIdLst>
    <p:sldId xmlns:r="http://schemas.openxmlformats.org/officeDocument/2006/relationships" id="256" r:id="Raf06f170aec54935"/>
    <p:sldId xmlns:r="http://schemas.openxmlformats.org/officeDocument/2006/relationships" id="257" r:id="R8d2874928c354b3d"/>
    <p:sldId xmlns:r="http://schemas.openxmlformats.org/officeDocument/2006/relationships" id="258" r:id="R3f78f8d57bfe4133"/>
    <p:sldId xmlns:r="http://schemas.openxmlformats.org/officeDocument/2006/relationships" id="259" r:id="R9a49973060f7437c"/>
    <p:sldId xmlns:r="http://schemas.openxmlformats.org/officeDocument/2006/relationships" id="260" r:id="R018addbf65484e95"/>
    <p:sldId xmlns:r="http://schemas.openxmlformats.org/officeDocument/2006/relationships" id="261" r:id="R7e79f8fef62f495b"/>
    <p:sldId xmlns:r="http://schemas.openxmlformats.org/officeDocument/2006/relationships" id="262" r:id="R845170f91be1481d"/>
    <p:sldId xmlns:r="http://schemas.openxmlformats.org/officeDocument/2006/relationships" id="263" r:id="R7b4d70fb0fee470d"/>
    <p:sldId xmlns:r="http://schemas.openxmlformats.org/officeDocument/2006/relationships" id="264" r:id="R1d6b28fbefb04cb6"/>
    <p:sldId xmlns:r="http://schemas.openxmlformats.org/officeDocument/2006/relationships" id="265" r:id="R55cd74ef09324e98"/>
    <p:sldId xmlns:r="http://schemas.openxmlformats.org/officeDocument/2006/relationships" id="266" r:id="R3d44dd9b9799442a"/>
    <p:sldId xmlns:r="http://schemas.openxmlformats.org/officeDocument/2006/relationships" id="267" r:id="Ra989590bc5204f3c"/>
    <p:sldId xmlns:r="http://schemas.openxmlformats.org/officeDocument/2006/relationships" id="268" r:id="Rdd747b56a9304f60"/>
    <p:sldId xmlns:r="http://schemas.openxmlformats.org/officeDocument/2006/relationships" id="269" r:id="Rc4f00512991147bc"/>
    <p:sldId xmlns:r="http://schemas.openxmlformats.org/officeDocument/2006/relationships" id="270" r:id="Ra5225f2ca646410e"/>
    <p:sldId xmlns:r="http://schemas.openxmlformats.org/officeDocument/2006/relationships" id="271" r:id="Rc69555b73ee74c08"/>
    <p:sldId xmlns:r="http://schemas.openxmlformats.org/officeDocument/2006/relationships" id="272" r:id="Rbb2c427792fb4419"/>
    <p:sldId xmlns:r="http://schemas.openxmlformats.org/officeDocument/2006/relationships" id="273" r:id="Re9f8aff3525e4062"/>
    <p:sldId xmlns:r="http://schemas.openxmlformats.org/officeDocument/2006/relationships" id="274" r:id="R10225ddc27c040f6"/>
    <p:sldId xmlns:r="http://schemas.openxmlformats.org/officeDocument/2006/relationships" id="275" r:id="Rd20b3277b07242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7b621dc4f4d99" /><Relationship Type="http://schemas.openxmlformats.org/officeDocument/2006/relationships/slideMaster" Target="/ppt/slideMasters/slideMaster1.xml" Id="R05513722ef344061" /><Relationship Type="http://schemas.openxmlformats.org/officeDocument/2006/relationships/notesMaster" Target="/ppt/notesMasters/notesMaster1.xml" Id="Rac7e5a38ec854d32" /><Relationship Type="http://schemas.openxmlformats.org/officeDocument/2006/relationships/presProps" Target="/ppt/presProps.xml" Id="R47fbdd344d464c97" /><Relationship Type="http://schemas.openxmlformats.org/officeDocument/2006/relationships/tableStyles" Target="/ppt/tableStyles.xml" Id="R32dd770d30d947be" /><Relationship Type="http://schemas.openxmlformats.org/officeDocument/2006/relationships/slide" Target="/ppt/slides/slide1.xml" Id="Raf06f170aec54935" /><Relationship Type="http://schemas.openxmlformats.org/officeDocument/2006/relationships/slide" Target="/ppt/slides/slide2.xml" Id="R8d2874928c354b3d" /><Relationship Type="http://schemas.openxmlformats.org/officeDocument/2006/relationships/slide" Target="/ppt/slides/slide3.xml" Id="R3f78f8d57bfe4133" /><Relationship Type="http://schemas.openxmlformats.org/officeDocument/2006/relationships/slide" Target="/ppt/slides/slide4.xml" Id="R9a49973060f7437c" /><Relationship Type="http://schemas.openxmlformats.org/officeDocument/2006/relationships/slide" Target="/ppt/slides/slide5.xml" Id="R018addbf65484e95" /><Relationship Type="http://schemas.openxmlformats.org/officeDocument/2006/relationships/slide" Target="/ppt/slides/slide6.xml" Id="R7e79f8fef62f495b" /><Relationship Type="http://schemas.openxmlformats.org/officeDocument/2006/relationships/slide" Target="/ppt/slides/slide7.xml" Id="R845170f91be1481d" /><Relationship Type="http://schemas.openxmlformats.org/officeDocument/2006/relationships/slide" Target="/ppt/slides/slide8.xml" Id="R7b4d70fb0fee470d" /><Relationship Type="http://schemas.openxmlformats.org/officeDocument/2006/relationships/slide" Target="/ppt/slides/slide9.xml" Id="R1d6b28fbefb04cb6" /><Relationship Type="http://schemas.openxmlformats.org/officeDocument/2006/relationships/slide" Target="/ppt/slides/slide10.xml" Id="R55cd74ef09324e98" /><Relationship Type="http://schemas.openxmlformats.org/officeDocument/2006/relationships/slide" Target="/ppt/slides/slide11.xml" Id="R3d44dd9b9799442a" /><Relationship Type="http://schemas.openxmlformats.org/officeDocument/2006/relationships/slide" Target="/ppt/slides/slide12.xml" Id="Ra989590bc5204f3c" /><Relationship Type="http://schemas.openxmlformats.org/officeDocument/2006/relationships/slide" Target="/ppt/slides/slide13.xml" Id="Rdd747b56a9304f60" /><Relationship Type="http://schemas.openxmlformats.org/officeDocument/2006/relationships/slide" Target="/ppt/slides/slide14.xml" Id="Rc4f00512991147bc" /><Relationship Type="http://schemas.openxmlformats.org/officeDocument/2006/relationships/slide" Target="/ppt/slides/slide15.xml" Id="Ra5225f2ca646410e" /><Relationship Type="http://schemas.openxmlformats.org/officeDocument/2006/relationships/slide" Target="/ppt/slides/slide16.xml" Id="Rc69555b73ee74c08" /><Relationship Type="http://schemas.openxmlformats.org/officeDocument/2006/relationships/slide" Target="/ppt/slides/slide17.xml" Id="Rbb2c427792fb4419" /><Relationship Type="http://schemas.openxmlformats.org/officeDocument/2006/relationships/slide" Target="/ppt/slides/slide18.xml" Id="Re9f8aff3525e4062" /><Relationship Type="http://schemas.openxmlformats.org/officeDocument/2006/relationships/slide" Target="/ppt/slides/slide19.xml" Id="R10225ddc27c040f6" /><Relationship Type="http://schemas.openxmlformats.org/officeDocument/2006/relationships/slide" Target="/ppt/slides/slide20.xml" Id="Rd20b3277b07242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c5a6be48ea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af829e7f82495a" /><Relationship Type="http://schemas.openxmlformats.org/officeDocument/2006/relationships/notesMaster" Target="/ppt/notesMasters/notesMaster1.xml" Id="R781bf752671944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46a8ee00c14348" /><Relationship Type="http://schemas.openxmlformats.org/officeDocument/2006/relationships/notesMaster" Target="/ppt/notesMasters/notesMaster1.xml" Id="Ref8e9359886940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f2debffb5b407c" /><Relationship Type="http://schemas.openxmlformats.org/officeDocument/2006/relationships/notesMaster" Target="/ppt/notesMasters/notesMaster1.xml" Id="R7af666c5323f4a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9e59fa2794459b" /><Relationship Type="http://schemas.openxmlformats.org/officeDocument/2006/relationships/notesMaster" Target="/ppt/notesMasters/notesMaster1.xml" Id="Rba2f8ff0fca44e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8e87bec5414335" /><Relationship Type="http://schemas.openxmlformats.org/officeDocument/2006/relationships/notesMaster" Target="/ppt/notesMasters/notesMaster1.xml" Id="R8dc8c0e7de9c42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adb4679f7d444e" /><Relationship Type="http://schemas.openxmlformats.org/officeDocument/2006/relationships/notesMaster" Target="/ppt/notesMasters/notesMaster1.xml" Id="R4c44ba870bcb49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63329cda134d50" /><Relationship Type="http://schemas.openxmlformats.org/officeDocument/2006/relationships/notesMaster" Target="/ppt/notesMasters/notesMaster1.xml" Id="Rf14fab1e818849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db6f11704c48d2" /><Relationship Type="http://schemas.openxmlformats.org/officeDocument/2006/relationships/notesMaster" Target="/ppt/notesMasters/notesMaster1.xml" Id="R50e78142f52c4b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211a3d7ddc4e68" /><Relationship Type="http://schemas.openxmlformats.org/officeDocument/2006/relationships/notesMaster" Target="/ppt/notesMasters/notesMaster1.xml" Id="R9ab81b826b8c46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0c9f808d18465c" /><Relationship Type="http://schemas.openxmlformats.org/officeDocument/2006/relationships/notesMaster" Target="/ppt/notesMasters/notesMaster1.xml" Id="R28cc8f26d2804e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0cf1a2fa804727" /><Relationship Type="http://schemas.openxmlformats.org/officeDocument/2006/relationships/notesMaster" Target="/ppt/notesMasters/notesMaster1.xml" Id="R7618e4c2d88141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d5892819f74d81" /><Relationship Type="http://schemas.openxmlformats.org/officeDocument/2006/relationships/notesMaster" Target="/ppt/notesMasters/notesMaster1.xml" Id="Rce0ad92f9133475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065bef82de48c8" /><Relationship Type="http://schemas.openxmlformats.org/officeDocument/2006/relationships/notesMaster" Target="/ppt/notesMasters/notesMaster1.xml" Id="Rb5d4474dae134a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0b429461eb459c" /><Relationship Type="http://schemas.openxmlformats.org/officeDocument/2006/relationships/notesMaster" Target="/ppt/notesMasters/notesMaster1.xml" Id="Rfecf4390b38b427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c6bb4d65e24ba0" /><Relationship Type="http://schemas.openxmlformats.org/officeDocument/2006/relationships/notesMaster" Target="/ppt/notesMasters/notesMaster1.xml" Id="Rbe72840ce87441a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937b4a867f43bc" /><Relationship Type="http://schemas.openxmlformats.org/officeDocument/2006/relationships/notesMaster" Target="/ppt/notesMasters/notesMaster1.xml" Id="Rb3a779b710c24a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51830694c34c26" /><Relationship Type="http://schemas.openxmlformats.org/officeDocument/2006/relationships/notesMaster" Target="/ppt/notesMasters/notesMaster1.xml" Id="R2784e05a6b3048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f63a89b03c4eed" /><Relationship Type="http://schemas.openxmlformats.org/officeDocument/2006/relationships/notesMaster" Target="/ppt/notesMasters/notesMaster1.xml" Id="R6cb325f59ebe41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f50bbd8af448b7" /><Relationship Type="http://schemas.openxmlformats.org/officeDocument/2006/relationships/notesMaster" Target="/ppt/notesMasters/notesMaster1.xml" Id="R62b4aa3bd2414b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d0d952aac14784" /><Relationship Type="http://schemas.openxmlformats.org/officeDocument/2006/relationships/notesMaster" Target="/ppt/notesMasters/notesMaster1.xml" Id="R8e28a1a7887742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Figure 9-1, PDF page 372. Original caption: Figure 9-1. If you send a request and don’t get a response, it’s not possible to distinguish</a:t>
            </a:r>
          </a:p>
          <a:p xmlns:a="http://schemas.openxmlformats.org/drawingml/2006/main">
            <a:r>
              <a:t>Explanation: 网络无响应无法说明请求、执行还是响应在哪一步失败。 原操作可能已经完成，因此重试必须具备幂等性。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Figure 9-2, PDF page 378. Original caption: Figure 9-2. If several machines send network traffic to the same destination, its switch</a:t>
            </a:r>
          </a:p>
          <a:p xmlns:a="http://schemas.openxmlformats.org/drawingml/2006/main">
            <a:r>
              <a:t>Explanation: 网络无响应无法说明请求、执行还是响应在哪一步失败。 原操作可能已经完成，因此重试必须具备幂等性。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Figure 9-3, PDF page 387. Original caption: Figure 9-3. Relying on timestamps for ordering events can cause problems when time-of-</a:t>
            </a:r>
          </a:p>
          <a:p xmlns:a="http://schemas.openxmlformats.org/drawingml/2006/main">
            <a:r>
              <a:t>Explanation: 时钟误差、网络延迟或进程暂停会使时间与租约假设失效。 栅栏令牌使资源端能够拒绝过期持有者的操作。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Figure 9-4, PDF page 398. Original caption: Figure 9-4. An incorrect implementation of a distributed lock: client 1 believes that it still</a:t>
            </a:r>
          </a:p>
          <a:p xmlns:a="http://schemas.openxmlformats.org/drawingml/2006/main">
            <a:r>
              <a:t>Explanation: 时钟误差、网络延迟或进程暂停会使时间与租约假设失效。 栅栏令牌使资源端能够拒绝过期持有者的操作。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Figure 9-5, PDF page 398. Original caption: Figure 9-5. A message from a former leaseholder might be delayed for a long time and</a:t>
            </a:r>
          </a:p>
          <a:p xmlns:a="http://schemas.openxmlformats.org/drawingml/2006/main">
            <a:r>
              <a:t>Explanation: 时钟误差、网络延迟或进程暂停会使时间与租约假设失效。 栅栏令牌使资源端能够拒绝过期持有者的操作。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Figure 9-6, PDF page 399. Original caption: Figure 9-6. Making access to storage safe by allowing writes only in the order of increas‐</a:t>
            </a:r>
          </a:p>
          <a:p xmlns:a="http://schemas.openxmlformats.org/drawingml/2006/main">
            <a:r>
              <a:t>Explanation: 该图具体展示：Making access to storage safe by allowing writes only in the order of increas‐ 它把本章的抽象概念落实到数据流、时间线或状态转换。 重点检查参与者、数据流向、操作顺序和图中隐含的系统假设。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Figure 9-7, PDF page 401. Original caption: Figure 9-7. Using fencing tokens to protect writes to a leaderless replicated database</a:t>
            </a:r>
          </a:p>
          <a:p xmlns:a="http://schemas.openxmlformats.org/drawingml/2006/main">
            <a:r>
              <a:t>Explanation: 时钟误差、网络延迟或进程暂停会使时间与租约假设失效。 栅栏令牌使资源端能够拒绝过期持有者的操作。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9, book pages 345-388.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dab29d6be4e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6e7e20410b41ca" /><Relationship Type="http://schemas.openxmlformats.org/officeDocument/2006/relationships/slideLayout" Target="/ppt/slideLayouts/slideLayout1.xml" Id="Ra22768da090a46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2768da090a46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54ce7e2df4e8d" /><Relationship Type="http://schemas.openxmlformats.org/officeDocument/2006/relationships/notesSlide" Target="/ppt/notesSlides/notesSlide1.xml" Id="R3dc91e6fc0c44d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4a82ab491404a" /><Relationship Type="http://schemas.openxmlformats.org/officeDocument/2006/relationships/notesSlide" Target="/ppt/notesSlides/notesSlide2.xml" Id="R1618ebe5144549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19dff3f124f04" /><Relationship Type="http://schemas.openxmlformats.org/officeDocument/2006/relationships/notesSlide" Target="/ppt/notesSlides/notesSlide3.xml" Id="R4f84b730f75443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d9ef322844f7f" /><Relationship Type="http://schemas.openxmlformats.org/officeDocument/2006/relationships/notesSlide" Target="/ppt/notesSlides/notesSlide4.xml" Id="R555219ec7eec43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db420e1c194d47" /><Relationship Type="http://schemas.openxmlformats.org/officeDocument/2006/relationships/image" Target="/ppt/media/image.png" Id="Rfeb4a6b50e9148d0" /><Relationship Type="http://schemas.openxmlformats.org/officeDocument/2006/relationships/notesSlide" Target="/ppt/notesSlides/notesSlide5.xml" Id="Rb1486d974f8144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79e18188c4eba" /><Relationship Type="http://schemas.openxmlformats.org/officeDocument/2006/relationships/notesSlide" Target="/ppt/notesSlides/notesSlide6.xml" Id="R71af4ddc350046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60cbf75fe4ed9" /><Relationship Type="http://schemas.openxmlformats.org/officeDocument/2006/relationships/notesSlide" Target="/ppt/notesSlides/notesSlide7.xml" Id="R5a6ee59a7b5441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25402e31c40a2" /><Relationship Type="http://schemas.openxmlformats.org/officeDocument/2006/relationships/image" Target="/ppt/media/image2.png" Id="Rf0bee9b7728449df" /><Relationship Type="http://schemas.openxmlformats.org/officeDocument/2006/relationships/notesSlide" Target="/ppt/notesSlides/notesSlide8.xml" Id="Rfd56b286ed164e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9f29cd8314f41" /><Relationship Type="http://schemas.openxmlformats.org/officeDocument/2006/relationships/notesSlide" Target="/ppt/notesSlides/notesSlide9.xml" Id="R7353e87a72ce49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b711494fb40d9" /><Relationship Type="http://schemas.openxmlformats.org/officeDocument/2006/relationships/notesSlide" Target="/ppt/notesSlides/notesSlide10.xml" Id="R55b46689e6ac46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c6ea2c8c04f3f" /><Relationship Type="http://schemas.openxmlformats.org/officeDocument/2006/relationships/image" Target="/ppt/media/image3.png" Id="R80a349ca03324e25" /><Relationship Type="http://schemas.openxmlformats.org/officeDocument/2006/relationships/notesSlide" Target="/ppt/notesSlides/notesSlide11.xml" Id="R2d3ac0217d294e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8fe98120c4ed3" /><Relationship Type="http://schemas.openxmlformats.org/officeDocument/2006/relationships/notesSlide" Target="/ppt/notesSlides/notesSlide12.xml" Id="R9c21c82159cd49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b3062fad04b4c" /><Relationship Type="http://schemas.openxmlformats.org/officeDocument/2006/relationships/notesSlide" Target="/ppt/notesSlides/notesSlide13.xml" Id="R09ad83b09d3749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c1a85464c4dfe" /><Relationship Type="http://schemas.openxmlformats.org/officeDocument/2006/relationships/image" Target="/ppt/media/image4.png" Id="R93483dbda1e7472c" /><Relationship Type="http://schemas.openxmlformats.org/officeDocument/2006/relationships/notesSlide" Target="/ppt/notesSlides/notesSlide14.xml" Id="R3ab0d8ec3f3a49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cea3aadec44aa" /><Relationship Type="http://schemas.openxmlformats.org/officeDocument/2006/relationships/image" Target="/ppt/media/image5.png" Id="Rc76f8a5a7c264012" /><Relationship Type="http://schemas.openxmlformats.org/officeDocument/2006/relationships/notesSlide" Target="/ppt/notesSlides/notesSlide15.xml" Id="Rb196759b01344ac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69a734d264597" /><Relationship Type="http://schemas.openxmlformats.org/officeDocument/2006/relationships/image" Target="/ppt/media/image6.png" Id="R414d9bdcd1a24b6c" /><Relationship Type="http://schemas.openxmlformats.org/officeDocument/2006/relationships/notesSlide" Target="/ppt/notesSlides/notesSlide16.xml" Id="R89dcb52c982446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e3ae76c5344a4" /><Relationship Type="http://schemas.openxmlformats.org/officeDocument/2006/relationships/image" Target="/ppt/media/image7.png" Id="R01e2755b1ab64166" /><Relationship Type="http://schemas.openxmlformats.org/officeDocument/2006/relationships/notesSlide" Target="/ppt/notesSlides/notesSlide17.xml" Id="Rf3d36800d0704d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e18d8cbd64dc0" /><Relationship Type="http://schemas.openxmlformats.org/officeDocument/2006/relationships/notesSlide" Target="/ppt/notesSlides/notesSlide18.xml" Id="Ra654198b6484489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7f2874a714c6b" /><Relationship Type="http://schemas.openxmlformats.org/officeDocument/2006/relationships/notesSlide" Target="/ppt/notesSlides/notesSlide19.xml" Id="R9d137dfa707540b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6f9feb90547ed" /><Relationship Type="http://schemas.openxmlformats.org/officeDocument/2006/relationships/notesSlide" Target="/ppt/notesSlides/notesSlide20.xml" Id="Ref5a03e1c11643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6412E-B2BA-4708-8CDB-2DE2D51A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2ECA7-2F6D-4672-A988-152849BF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分布式系统的麻烦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078B4-FBD1-4643-9F7A-2ECE8DEB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The Trouble with Distributed Systems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71267-2D5C-4A16-B353-2D3F7235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18959-AD2E-49FD-9CF7-015E660E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20</a:t>
            </a:r>
          </a:p>
        </p:txBody>
      </p:sp>
    </p:spTree>
    <p:extLst>
      <p:ext uri="{BB962C8B-B14F-4D97-AF65-F5344CB8AC3E}">
        <p14:creationId xmlns:p14="http://schemas.microsoft.com/office/powerpoint/2010/main" val="1639361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666C8-8281-4ED1-9135-C96F7277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3F6AB-55B1-434F-955C-EA77A98A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16953-BBE2-4E95-BAFD-2E8CF890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01596-D7F8-49F6-9B6D-468192D9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1550C-6E8D-455B-8C09-C5F9AE14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部分故障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B53B3-6150-43D3-82AE-B6C7B588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分布式系统中的一部分组件可能失效，其他部分仍在运行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4B3636-7D09-4009-90E4-F8E5238C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149D2-CCE7-453F-9ED1-837EAE8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不可靠网络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29645-BABD-4C40-A36D-E321BFEF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数据包会丢失、延迟、重复或乱序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58C07-A67C-43A4-9B34-5F34F35B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2FD09-339D-434B-930A-CA52C3B8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不可靠时钟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1727E-5003-45C7-805C-FC1C4211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单调时钟适合测量持续时间，墙上时钟可能跳变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40EF2-589A-4F44-A659-30F6C25D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E9490-89F1-40FA-977C-E78042C6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知识与多数派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6B719-1A87-42B6-A753-F450669E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节点只能根据收到的消息推断世界状态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009B2-DB42-48D9-B802-18ED8F21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E3D35-BF5D-4853-95EE-F185984E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系统模型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73F7D-80F6-405D-8451-6820CEEE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模型明确网络延迟、进程暂停和故障类型的假设</a:t>
            </a:r>
          </a:p>
        </p:txBody>
      </p:sp>
    </p:spTree>
    <p:extLst>
      <p:ext uri="{BB962C8B-B14F-4D97-AF65-F5344CB8AC3E}">
        <p14:creationId xmlns:p14="http://schemas.microsoft.com/office/powerpoint/2010/main" val="494375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62AD3-FFD3-48DE-94A7-72A2DA21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0A299-FECB-47CD-A9C6-BC22C710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部分故障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18387-957D-4951-AE68-4D79C79C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8B6C3-1BD6-4047-AD44-9ED71758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62684-43A9-408A-A4E5-14A8BE6E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分布式系统中的一部分组件可能失效，其他部分仍在运行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超时只能说明未及时收到响应，不能说明远端是否执行成功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重试会造成重复操作，因此接口需要幂等或去重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5281E-40E2-4FE6-819B-58FB7B4F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EFDF5-B343-4E37-9F89-F706584F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2625229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481FF-53FE-4453-8135-09B98161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24E73-E8D5-4B7B-BCA8-98D8C68D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部分故障：设计权衡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1C5E7-D680-493E-B412-9FD3192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51FB0-4CB8-41ED-805C-00D9151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E0847-51F5-4341-921C-E16E693D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适用条件：分布式系统中的一部分组件可能失效，其他部分仍在运行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788244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10818-1C6D-41BA-88D7-0746528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A1E2E-AE5B-49FA-8832-819D090A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9-1：机制解释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58478-3C30-4036-98D2-E573621E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4a6b50e9148d0"/>
          <a:stretch xmlns:a="http://schemas.openxmlformats.org/drawingml/2006/main"/>
        </p:blipFill>
        <p:spPr>
          <a:xfrm xmlns:a="http://schemas.openxmlformats.org/drawingml/2006/main">
            <a:off x="514350" y="1296676"/>
            <a:ext cx="7762875" cy="474089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6824D-856F-46E7-9DEC-A72918A6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F8C47-1E63-4B2B-977D-36DFF951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网络无响应无法说明请求、执行还是响应在哪一步失败。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F339-1A40-4BCD-A847-6825A158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1ECF7-1499-4675-8CCC-DFF74354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原操作可能已经完成，因此重试必须具备幂等性。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D91B5-B530-4222-BB86-497F3D7C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FEDAE-7DC3-442E-805C-18006543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9398554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8A1A5-2E9D-454C-A03F-5B1C950E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8560E-CC00-414A-8457-AE452162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不可靠网络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B1205-BEB4-4F4F-A1F3-23448EB1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BA857-E46A-46FD-86C6-F7D01625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67B3A-1778-4A4F-87D7-7029AC97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数据包会丢失、延迟、重复或乱序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TCP 提供字节流，不提供业务请求的完成证明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故障检测本质上依赖时间假设和可接受的误判率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53808-0565-4E00-A957-2F4099CF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EFB76-8123-4428-8977-6F3D5C8D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717734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FFF647-782C-4329-8A0F-E54DE096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A7211-330A-456D-AABC-3E042A46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不可靠网络：设计权衡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03353-8A04-45A2-B211-91021FC6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6FD5B-58D0-4852-9BE0-ED992078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38724-6A69-40D3-95AD-6BC5CD38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适用条件：数据包会丢失、延迟、重复或乱序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6581352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7E52D-D636-4EE6-96DA-7B223254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D0224-B997-4077-968A-B77004BD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9-2：机制解释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2C0EE-E6F4-452B-BB02-5501A40D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ee9b7728449df"/>
          <a:stretch xmlns:a="http://schemas.openxmlformats.org/drawingml/2006/main"/>
        </p:blipFill>
        <p:spPr>
          <a:xfrm xmlns:a="http://schemas.openxmlformats.org/drawingml/2006/main">
            <a:off x="514350" y="1740269"/>
            <a:ext cx="7762875" cy="385371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704F2-FEAA-4F9F-8F10-08A843FE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F52CC-2EA4-4D39-A520-8E632400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网络无响应无法说明请求、执行还是响应在哪一步失败。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7C44C-8545-4CE5-9A7E-EF6C6900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F4278-3F86-4A66-BB69-AACEBED6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原操作可能已经完成，因此重试必须具备幂等性。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59A21-2159-45C1-9A1F-4003ECCC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791AE-055A-44A8-8A24-A9D45D0F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914854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3CBE8-145D-4F50-B7BA-FD1A38A0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43622-A530-42EB-B341-58E588D2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不可靠时钟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E77B9-485C-42C5-97ED-FECDAA59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8F3FB-06A5-4BBD-A2A1-7E4CFD6A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1243F-B1ED-43A7-B783-7D689732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单调时钟适合测量持续时间，墙上时钟可能跳变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时钟同步存在误差，不能把时间戳当作绝对顺序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进程暂停会让租约持有者在恢复后误判自身状态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ECF0C-FDA7-47B4-9756-CA337BD3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C2C28-0349-4986-88DF-807BB837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1465147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91CF7-F7D2-479B-B0E3-F510935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6406D-EC00-47E6-9B3D-A39C7E0A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不可靠时钟：设计权衡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4DBDB-1AC8-47A0-A8B6-4FF84F5A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B67C5-760E-4B08-860E-5DBFA0B6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C09AD-447A-4AF6-AF40-24F92644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适用条件：单调时钟适合测量持续时间，墙上时钟可能跳变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1147221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2EE18-6692-4637-845A-83A0CA84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B29BD-C43C-4F0A-B813-B1D86633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9-3：机制解释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ECAC4-9CEC-4C8E-A09F-3D148D26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349ca03324e25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81D49-1F1D-4938-8919-DC8C7777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18945-1336-496C-8400-AB72BE93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时钟误差、网络延迟或进程暂停会使时间与租约假设失效。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990F8-9086-43A9-A940-9B2A0B98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52357-CD1D-493C-970B-A3736C88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栅栏令牌使资源端能够拒绝过期持有者的操作。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14667-E886-435E-BE56-63D23909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CE061-B479-4F24-A11C-618ADEF1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9563770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4582E-D73B-4488-AA89-E075FBC8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27742-0D4F-4545-AE09-3DD5D45D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知识与多数派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23351-588F-4ED5-9E2C-11B5C12C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A0E552-F722-469A-B2FC-6BDFA9FA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05580-11B8-446B-843D-1EE935A4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节点只能根据收到的消息推断世界状态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多数派用于形成决定，但少数节点仍可能持有旧知识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栅栏令牌可阻止过期租约持有者继续写入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A2568-67DD-4581-A0A9-C7C6BCF4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EB568-11C8-424E-BE2E-A01F0FC4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671702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71670-89FE-4FA0-8AC2-85B0146F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48865D-ACE8-4431-9F90-4E45EDDD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知识与多数派：设计权衡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A4F48-F655-4DFD-B5E6-A376B7D2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2A1B4-E705-4213-BF67-B947C4F9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F83E3-7242-45AD-8C1E-8C2CE938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适用条件：节点只能根据收到的消息推断世界状态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3257928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C9C48-8AD2-4DE5-95EA-332B3315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1CBAF-A861-42E1-BA37-2EE69A1E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9-4：机制解释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CA3CF1-3C83-4269-A9E8-71B3646B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83dbda1e7472c"/>
          <a:stretch xmlns:a="http://schemas.openxmlformats.org/drawingml/2006/main"/>
        </p:blipFill>
        <p:spPr>
          <a:xfrm xmlns:a="http://schemas.openxmlformats.org/drawingml/2006/main">
            <a:off x="514350" y="1677888"/>
            <a:ext cx="7762875" cy="39784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B3052-FF1A-4610-BDA2-27EB4504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AF48D-466D-4DF4-984D-BC0EEFF9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时钟误差、网络延迟或进程暂停会使时间与租约假设失效。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4D0B2-67D0-4CE1-841A-F0CF093A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D6374-71CF-49B4-9BBA-F402C13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栅栏令牌使资源端能够拒绝过期持有者的操作。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FC35A-8138-45C1-A629-AF62706B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B31B5B-C435-4E03-BF3C-D30C0311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209862905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7FE15-133C-4111-B452-27CC0FDE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0D939-9ED4-4AAE-92B5-EADBABDC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9-5：机制解释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A2FDF-329A-4737-A525-636AC437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f8a5a7c264012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6D118-5D2B-4730-B801-3BE7A3F7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CE1DA-DDD1-4164-84F2-D52DE998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时钟误差、网络延迟或进程暂停会使时间与租约假设失效。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B4B02-297F-4181-92AC-10B84521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8DB83-A75B-4D1D-9181-A976C8FC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栅栏令牌使资源端能够拒绝过期持有者的操作。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58EF2E-03CC-45F8-9631-3CD44310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12A21-FA31-4035-8574-E988E698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8691781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42E24-E9BF-4342-832B-1D98114C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73571-31D4-4D98-9B97-C8FFCFF4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9-6：机制解释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A744D-74D8-4943-B761-786A2DBA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d9bdcd1a24b6c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623D8-1CB2-4315-8DCE-62F9F847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3CB3B-08FA-4079-A5C0-E20C2D97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该图具体展示：Making access to storage safe by allowing writes only in the order of increas‐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8B645-B57B-4159-AEDC-CB899C99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05865-2708-4C79-8C21-CDC81309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它把本章的抽象概念落实到数据流、时间线或状态转换。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9FB3F-0689-40F5-97F0-5B90BBE1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01522-1E1F-4BC8-A1FA-3DD424D6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重点检查参与者、数据流向、操作顺序和图中隐含的系统假设。</a:t>
            </a:r>
          </a:p>
        </p:txBody>
      </p:sp>
    </p:spTree>
    <p:extLst>
      <p:ext uri="{BB962C8B-B14F-4D97-AF65-F5344CB8AC3E}">
        <p14:creationId xmlns:p14="http://schemas.microsoft.com/office/powerpoint/2010/main" val="13823665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53D8A-DD66-47F8-8219-2198CF60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67D39-80D4-4195-B617-277712AA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9-7：机制解释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2CDFB-D3B3-4806-A849-9853E4BA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2755b1ab64166"/>
          <a:stretch xmlns:a="http://schemas.openxmlformats.org/drawingml/2006/main"/>
        </p:blipFill>
        <p:spPr>
          <a:xfrm xmlns:a="http://schemas.openxmlformats.org/drawingml/2006/main">
            <a:off x="732326" y="1285875"/>
            <a:ext cx="7326923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0D1FC-BE33-460F-9902-7556E3C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61FC4-E40E-4A86-A6FD-F75DB1E8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时钟误差、网络延迟或进程暂停会使时间与租约假设失效。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BB977-A3A6-4A58-93F3-42D15389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D42486-E10E-4ED8-8D1B-0E3505FA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栅栏令牌使资源端能够拒绝过期持有者的操作。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231B5-3131-4887-BE32-55BB3414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50FEA-C970-4194-A74B-3B178FF2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5170345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D7245-4228-4AB1-AA35-6CEE3C95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47F90-8997-47C7-846B-32EBEC98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系统模型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8BB71-319C-45EB-B39D-D0312033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98297-1D9E-4D87-B814-AD2C77F0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2E385-CA48-41E9-897F-53DEE0EC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模型明确网络延迟、进程暂停和故障类型的假设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拜占庭故障考虑节点任意行为或恶意行为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形式化方法与随机化测试用于发现难以复现的并发错误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2753B-0026-4940-A886-42F6A000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46CE4-E582-4279-B8A3-096EAB48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21331418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E5760-141C-4368-A9D8-A8A6CF92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6EBE1-5F41-4130-A973-49E0BCCE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系统模型：设计权衡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D9A06-92B6-4319-983F-93DCEF5A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C6B39A-68EA-4BF1-A37E-FF143F44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6A4C9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78801-B935-4275-B17D-FDBB2367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适用条件：模型明确网络延迟、进程暂停和故障类型的假设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8562772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1C192-20AC-4FEE-A069-A3E86321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6A4C93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6A4C93"/>
                </a:solidFill>
                <a:latin typeface="Arial"/>
                <a:ea typeface="Arial"/>
                <a:cs typeface="Arial"/>
              </a:rPr>
              <a:t>第 09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96D80-5409-4452-A4F9-59DB22B4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E64B7-98E7-4248-8D4F-63B9AEF3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F1E99-F740-4353-AD37-79248AB2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1032213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2026-09-27T19:47:40.1090000Z</dcterms:created>
  <dcterms:modified xsi:type="dcterms:W3CDTF">2026-09-27T19:47:40.1090000Z</dcterms:modified>
</coreProperties>
</file>