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65492f72034656" /><Relationship Type="http://schemas.openxmlformats.org/officeDocument/2006/relationships/extended-properties" Target="/docProps/app.xml" Id="Ra84aa510abd5418c" /><Relationship Type="http://schemas.openxmlformats.org/officeDocument/2006/relationships/officeDocument" Target="/ppt/presentation.xml" Id="Racc32241274c40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87bb61a68247d3"/>
  </p:sldMasterIdLst>
  <p:notesMasterIdLst>
    <p:notesMasterId xmlns:r="http://schemas.openxmlformats.org/officeDocument/2006/relationships" r:id="Rcf50f9132e724319"/>
  </p:notesMasterIdLst>
  <p:sldIdLst>
    <p:sldId xmlns:r="http://schemas.openxmlformats.org/officeDocument/2006/relationships" id="256" r:id="R0177c2b3c76d4aa1"/>
    <p:sldId xmlns:r="http://schemas.openxmlformats.org/officeDocument/2006/relationships" id="257" r:id="R8946130ecd84460a"/>
    <p:sldId xmlns:r="http://schemas.openxmlformats.org/officeDocument/2006/relationships" id="258" r:id="R5d3f4f3a476248c6"/>
    <p:sldId xmlns:r="http://schemas.openxmlformats.org/officeDocument/2006/relationships" id="259" r:id="R89df099ede3946fe"/>
    <p:sldId xmlns:r="http://schemas.openxmlformats.org/officeDocument/2006/relationships" id="260" r:id="R183ddc1821ce484a"/>
    <p:sldId xmlns:r="http://schemas.openxmlformats.org/officeDocument/2006/relationships" id="261" r:id="R720a5b30c3464d50"/>
    <p:sldId xmlns:r="http://schemas.openxmlformats.org/officeDocument/2006/relationships" id="262" r:id="R9be49e8329584814"/>
    <p:sldId xmlns:r="http://schemas.openxmlformats.org/officeDocument/2006/relationships" id="263" r:id="Rac5c8b9d17964fde"/>
    <p:sldId xmlns:r="http://schemas.openxmlformats.org/officeDocument/2006/relationships" id="264" r:id="Rb9ad077913f240b2"/>
    <p:sldId xmlns:r="http://schemas.openxmlformats.org/officeDocument/2006/relationships" id="265" r:id="R8393ed76decd4fa7"/>
    <p:sldId xmlns:r="http://schemas.openxmlformats.org/officeDocument/2006/relationships" id="266" r:id="Rebf82e3156924e53"/>
    <p:sldId xmlns:r="http://schemas.openxmlformats.org/officeDocument/2006/relationships" id="267" r:id="Recd9d53f969e46e2"/>
    <p:sldId xmlns:r="http://schemas.openxmlformats.org/officeDocument/2006/relationships" id="268" r:id="R17eea8ff80db457c"/>
    <p:sldId xmlns:r="http://schemas.openxmlformats.org/officeDocument/2006/relationships" id="269" r:id="R7f515437d5ef4fca"/>
    <p:sldId xmlns:r="http://schemas.openxmlformats.org/officeDocument/2006/relationships" id="270" r:id="Ree1562d9675c4af1"/>
    <p:sldId xmlns:r="http://schemas.openxmlformats.org/officeDocument/2006/relationships" id="271" r:id="R1c510e017a4049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8305e1a1354b4e" /><Relationship Type="http://schemas.openxmlformats.org/officeDocument/2006/relationships/slideMaster" Target="/ppt/slideMasters/slideMaster1.xml" Id="R2a87bb61a68247d3" /><Relationship Type="http://schemas.openxmlformats.org/officeDocument/2006/relationships/notesMaster" Target="/ppt/notesMasters/notesMaster1.xml" Id="Rcf50f9132e724319" /><Relationship Type="http://schemas.openxmlformats.org/officeDocument/2006/relationships/presProps" Target="/ppt/presProps.xml" Id="Rb257073f13524045" /><Relationship Type="http://schemas.openxmlformats.org/officeDocument/2006/relationships/tableStyles" Target="/ppt/tableStyles.xml" Id="R3a238c5bccb543f0" /><Relationship Type="http://schemas.openxmlformats.org/officeDocument/2006/relationships/slide" Target="/ppt/slides/slide1.xml" Id="R0177c2b3c76d4aa1" /><Relationship Type="http://schemas.openxmlformats.org/officeDocument/2006/relationships/slide" Target="/ppt/slides/slide2.xml" Id="R8946130ecd84460a" /><Relationship Type="http://schemas.openxmlformats.org/officeDocument/2006/relationships/slide" Target="/ppt/slides/slide3.xml" Id="R5d3f4f3a476248c6" /><Relationship Type="http://schemas.openxmlformats.org/officeDocument/2006/relationships/slide" Target="/ppt/slides/slide4.xml" Id="R89df099ede3946fe" /><Relationship Type="http://schemas.openxmlformats.org/officeDocument/2006/relationships/slide" Target="/ppt/slides/slide5.xml" Id="R183ddc1821ce484a" /><Relationship Type="http://schemas.openxmlformats.org/officeDocument/2006/relationships/slide" Target="/ppt/slides/slide6.xml" Id="R720a5b30c3464d50" /><Relationship Type="http://schemas.openxmlformats.org/officeDocument/2006/relationships/slide" Target="/ppt/slides/slide7.xml" Id="R9be49e8329584814" /><Relationship Type="http://schemas.openxmlformats.org/officeDocument/2006/relationships/slide" Target="/ppt/slides/slide8.xml" Id="Rac5c8b9d17964fde" /><Relationship Type="http://schemas.openxmlformats.org/officeDocument/2006/relationships/slide" Target="/ppt/slides/slide9.xml" Id="Rb9ad077913f240b2" /><Relationship Type="http://schemas.openxmlformats.org/officeDocument/2006/relationships/slide" Target="/ppt/slides/slide10.xml" Id="R8393ed76decd4fa7" /><Relationship Type="http://schemas.openxmlformats.org/officeDocument/2006/relationships/slide" Target="/ppt/slides/slide11.xml" Id="Rebf82e3156924e53" /><Relationship Type="http://schemas.openxmlformats.org/officeDocument/2006/relationships/slide" Target="/ppt/slides/slide12.xml" Id="Recd9d53f969e46e2" /><Relationship Type="http://schemas.openxmlformats.org/officeDocument/2006/relationships/slide" Target="/ppt/slides/slide13.xml" Id="R17eea8ff80db457c" /><Relationship Type="http://schemas.openxmlformats.org/officeDocument/2006/relationships/slide" Target="/ppt/slides/slide14.xml" Id="R7f515437d5ef4fca" /><Relationship Type="http://schemas.openxmlformats.org/officeDocument/2006/relationships/slide" Target="/ppt/slides/slide15.xml" Id="Ree1562d9675c4af1" /><Relationship Type="http://schemas.openxmlformats.org/officeDocument/2006/relationships/slide" Target="/ppt/slides/slide16.xml" Id="R1c510e017a4049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79b28423964e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d69f75955e43bb" /><Relationship Type="http://schemas.openxmlformats.org/officeDocument/2006/relationships/notesMaster" Target="/ppt/notesMasters/notesMaster1.xml" Id="Rdaa9a6a5b94548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e05ae753064c21" /><Relationship Type="http://schemas.openxmlformats.org/officeDocument/2006/relationships/notesMaster" Target="/ppt/notesMasters/notesMaster1.xml" Id="R684f3d889b3641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a06b3c6fed4e1e" /><Relationship Type="http://schemas.openxmlformats.org/officeDocument/2006/relationships/notesMaster" Target="/ppt/notesMasters/notesMaster1.xml" Id="R075ed277e9324e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f9862fe0904418" /><Relationship Type="http://schemas.openxmlformats.org/officeDocument/2006/relationships/notesMaster" Target="/ppt/notesMasters/notesMaster1.xml" Id="Rda58c453f47b49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c0aee799f8467f" /><Relationship Type="http://schemas.openxmlformats.org/officeDocument/2006/relationships/notesMaster" Target="/ppt/notesMasters/notesMaster1.xml" Id="Rf8c68470ecad41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e1a4b85501459a" /><Relationship Type="http://schemas.openxmlformats.org/officeDocument/2006/relationships/notesMaster" Target="/ppt/notesMasters/notesMaster1.xml" Id="R7f1d85c739c647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e3deb5882d434a" /><Relationship Type="http://schemas.openxmlformats.org/officeDocument/2006/relationships/notesMaster" Target="/ppt/notesMasters/notesMaster1.xml" Id="R47320dcf18ee48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825ae6d3284039" /><Relationship Type="http://schemas.openxmlformats.org/officeDocument/2006/relationships/notesMaster" Target="/ppt/notesMasters/notesMaster1.xml" Id="R52d737ef9fbd4f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3a9518d18548ff" /><Relationship Type="http://schemas.openxmlformats.org/officeDocument/2006/relationships/notesMaster" Target="/ppt/notesMasters/notesMaster1.xml" Id="Rbd556c56d1b444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9917ad95fa46d1" /><Relationship Type="http://schemas.openxmlformats.org/officeDocument/2006/relationships/notesMaster" Target="/ppt/notesMasters/notesMaster1.xml" Id="R068d5c98f28849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71d055fe6e4f10" /><Relationship Type="http://schemas.openxmlformats.org/officeDocument/2006/relationships/notesMaster" Target="/ppt/notesMasters/notesMaster1.xml" Id="R98104d1d22dc42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cfd608fa8e486b" /><Relationship Type="http://schemas.openxmlformats.org/officeDocument/2006/relationships/notesMaster" Target="/ppt/notesMasters/notesMaster1.xml" Id="R957d5516275f40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ab0309983f4554" /><Relationship Type="http://schemas.openxmlformats.org/officeDocument/2006/relationships/notesMaster" Target="/ppt/notesMasters/notesMaster1.xml" Id="Re107e879087c46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cd8e4c8a4c42c5" /><Relationship Type="http://schemas.openxmlformats.org/officeDocument/2006/relationships/notesMaster" Target="/ppt/notesMasters/notesMaster1.xml" Id="R755a951380d04a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7045b46f9d4e8a" /><Relationship Type="http://schemas.openxmlformats.org/officeDocument/2006/relationships/notesMaster" Target="/ppt/notesMasters/notesMaster1.xml" Id="Re90fb094e8b54f2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ef3a63ab4d2409e" /><Relationship Type="http://schemas.openxmlformats.org/officeDocument/2006/relationships/notesMaster" Target="/ppt/notesMasters/notesMaster1.xml" Id="R0b7166e9984544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11, book pages 451-481.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11, book pages 451-481.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11, book pages 451-481.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11, book pages 451-481.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11, book pages 451-481.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11, book pages 451-481.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11, book pages 451-481.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11, book pages 451-481.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11, book pages 451-481.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11, book pages 451-481.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11, book pages 451-481. Figure 11-1, PDF page 494. Original caption: Figure 11-1. A MapReduce job with three mappers and three reducers</a:t>
            </a:r>
          </a:p>
          <a:p xmlns:a="http://schemas.openxmlformats.org/drawingml/2006/main">
            <a:r>
              <a:t>Explanation: 数据先分区，再按键进行 Shuffle，最后并行合并。 Shuffle 和排序是主要的网络与磁盘成本边界。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11, book pages 451-481. Figure 11-2, PDF page 496. Original caption: Figure 11-2. A join between a log of user activity events and a database of user profiles</a:t>
            </a:r>
          </a:p>
          <a:p xmlns:a="http://schemas.openxmlformats.org/drawingml/2006/main">
            <a:r>
              <a:t>Explanation: 数据先分区，再按键进行 Shuffle，最后并行合并。 Shuffle 和排序是主要的网络与磁盘成本边界。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11, book pages 451-481. Figure 11-3, PDF page 497. Original caption: Figure 11-3. A sort-merge join on user ID; if the input datasets are sharded into multiple</a:t>
            </a:r>
          </a:p>
          <a:p xmlns:a="http://schemas.openxmlformats.org/drawingml/2006/main">
            <a:r>
              <a:t>Explanation: 键、请求或索引项被分配到不同分区。 分配方式决定负载均衡、范围局部性、路由工作和再平衡成本。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11, book pages 451-481.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11, book pages 451-481.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11, book pages 451-481.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b695077cbb4d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75f4602d314594" /><Relationship Type="http://schemas.openxmlformats.org/officeDocument/2006/relationships/slideLayout" Target="/ppt/slideLayouts/slideLayout1.xml" Id="Rb87af442d67e49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7af442d67e49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4afd635b94925" /><Relationship Type="http://schemas.openxmlformats.org/officeDocument/2006/relationships/notesSlide" Target="/ppt/notesSlides/notesSlide1.xml" Id="Rb7aa51810b274f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667bbc6be4bbb" /><Relationship Type="http://schemas.openxmlformats.org/officeDocument/2006/relationships/notesSlide" Target="/ppt/notesSlides/notesSlide2.xml" Id="Rd04df595c81941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bbcf17b604eb6" /><Relationship Type="http://schemas.openxmlformats.org/officeDocument/2006/relationships/notesSlide" Target="/ppt/notesSlides/notesSlide3.xml" Id="Rb0a645a83d224f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f394cab3e489a" /><Relationship Type="http://schemas.openxmlformats.org/officeDocument/2006/relationships/notesSlide" Target="/ppt/notesSlides/notesSlide4.xml" Id="Ra5c122914f4344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d9cd6afd14ce5" /><Relationship Type="http://schemas.openxmlformats.org/officeDocument/2006/relationships/notesSlide" Target="/ppt/notesSlides/notesSlide5.xml" Id="R9120f9b50a3248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c07873ee14b96" /><Relationship Type="http://schemas.openxmlformats.org/officeDocument/2006/relationships/notesSlide" Target="/ppt/notesSlides/notesSlide6.xml" Id="R40afe79f24e547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ed7ca6c5c49e3" /><Relationship Type="http://schemas.openxmlformats.org/officeDocument/2006/relationships/notesSlide" Target="/ppt/notesSlides/notesSlide7.xml" Id="R736b92a683704d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373b1b01b4423" /><Relationship Type="http://schemas.openxmlformats.org/officeDocument/2006/relationships/notesSlide" Target="/ppt/notesSlides/notesSlide8.xml" Id="R0a265b7b302c49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566f9420440a4" /><Relationship Type="http://schemas.openxmlformats.org/officeDocument/2006/relationships/notesSlide" Target="/ppt/notesSlides/notesSlide9.xml" Id="Red8083e08e064e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6e7c7109e44d4" /><Relationship Type="http://schemas.openxmlformats.org/officeDocument/2006/relationships/notesSlide" Target="/ppt/notesSlides/notesSlide10.xml" Id="R19997cb04a7043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5c8144d94417e" /><Relationship Type="http://schemas.openxmlformats.org/officeDocument/2006/relationships/image" Target="/ppt/media/image.png" Id="R5a0b3b091ba24644" /><Relationship Type="http://schemas.openxmlformats.org/officeDocument/2006/relationships/notesSlide" Target="/ppt/notesSlides/notesSlide11.xml" Id="R9bf78c19c2d449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42feb9c374a6d" /><Relationship Type="http://schemas.openxmlformats.org/officeDocument/2006/relationships/image" Target="/ppt/media/image2.png" Id="R906349b1489e491c" /><Relationship Type="http://schemas.openxmlformats.org/officeDocument/2006/relationships/notesSlide" Target="/ppt/notesSlides/notesSlide12.xml" Id="Rd98e45d14cfe41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481a98b484c1c" /><Relationship Type="http://schemas.openxmlformats.org/officeDocument/2006/relationships/image" Target="/ppt/media/image3.png" Id="Red00561e70304640" /><Relationship Type="http://schemas.openxmlformats.org/officeDocument/2006/relationships/notesSlide" Target="/ppt/notesSlides/notesSlide13.xml" Id="R93938719fd0d4c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f843e4001463b" /><Relationship Type="http://schemas.openxmlformats.org/officeDocument/2006/relationships/notesSlide" Target="/ppt/notesSlides/notesSlide14.xml" Id="Rd9022dfa19114ea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efff7b6954314" /><Relationship Type="http://schemas.openxmlformats.org/officeDocument/2006/relationships/notesSlide" Target="/ppt/notesSlides/notesSlide15.xml" Id="R8569f126d7e8461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440896d764a61" /><Relationship Type="http://schemas.openxmlformats.org/officeDocument/2006/relationships/notesSlide" Target="/ppt/notesSlides/notesSlide16.xml" Id="R3908c1e360ff45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FCCD6-F28B-4FB4-B21A-90681FDD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6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 spc="2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425" b="1" spc="2">
                <a:solidFill>
                  <a:srgbClr val="5F6F52"/>
                </a:solidFill>
                <a:latin typeface="Arial"/>
                <a:ea typeface="Arial"/>
                <a:cs typeface="Arial"/>
              </a:rPr>
              <a:t>第 11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F77FB-4981-45F1-AD2A-DFF90D1A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批处理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8B617-0C53-4AD1-9185-75ABE2B1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D9E2EC"/>
                </a:solidFill>
                <a:latin typeface="Arial"/>
                <a:ea typeface="Arial"/>
                <a:cs typeface="Arial"/>
              </a:rPr>
              <a:t>Batch Processing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C24E9-7BFC-4F32-84A6-28AFD4EE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CCCDC"/>
                </a:solidFill>
                <a:latin typeface="Arial"/>
                <a:ea typeface="Arial"/>
                <a:cs typeface="Arial"/>
              </a:rPr>
              <a:t>详细中文学习版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38C7B-63E0-4C63-B71A-E470E0B9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FB3C8"/>
                </a:solidFill>
                <a:latin typeface="Arial"/>
                <a:ea typeface="Arial"/>
                <a:cs typeface="Arial"/>
              </a:rPr>
              <a:t>01 / 16</a:t>
            </a:r>
          </a:p>
        </p:txBody>
      </p:sp>
    </p:spTree>
    <p:extLst>
      <p:ext uri="{BB962C8B-B14F-4D97-AF65-F5344CB8AC3E}">
        <p14:creationId xmlns:p14="http://schemas.microsoft.com/office/powerpoint/2010/main" val="1488349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43FA31-7587-4180-AD64-BEA02039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5F6F52"/>
                </a:solidFill>
                <a:latin typeface="Arial"/>
                <a:ea typeface="Arial"/>
                <a:cs typeface="Arial"/>
              </a:rPr>
              <a:t>第 11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E585F-5208-46D5-A1EB-A91824BD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本章结构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C78CA-7B00-4B8F-A844-811CE402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02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3AF28-8C90-4AA3-A1A4-0C5590D0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4F0D9-7EA8-43FE-875D-39A52242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28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批处理思维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656D6-9DC4-4482-8C88-4A9FD6B6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批处理读取有限输入，生成确定的派生输出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3FC82-F943-424E-A5FB-7BAA0FEB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DE4AD-8FA1-411C-ACAE-F76FDF9F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050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Unix 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F4A1A-BDB6-4ADF-A435-A3AAD458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管道把小工具组合为数据处理流程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F8C05-4E21-4561-9971-853385F4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1523F-7443-42D6-A3FC-16A38D70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813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分布式执行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C1FE9-ED61-4ABE-824F-9238A731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分布式文件系统和对象存储提供共享输入输出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12F69-4AF3-4896-ACC1-E572F668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7759F-E2F2-4A21-B212-E9DBF70D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执行模型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6329B-CAD9-442E-92CF-F52D2B9C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MapReduce 用映射、洗牌和归约组织计算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8CA82-E197-4492-8243-09862922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37E00-2BEA-4A08-AF9E-7402A805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典型用途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EF04DB-81BC-4B9A-AB37-8D32A2B3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ETL 清洗并重组数据供下游使用</a:t>
            </a:r>
          </a:p>
        </p:txBody>
      </p:sp>
    </p:spTree>
    <p:extLst>
      <p:ext uri="{BB962C8B-B14F-4D97-AF65-F5344CB8AC3E}">
        <p14:creationId xmlns:p14="http://schemas.microsoft.com/office/powerpoint/2010/main" val="2012288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AEC46-9238-42B8-8302-4709E1AA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5F6F52"/>
                </a:solidFill>
                <a:latin typeface="Arial"/>
                <a:ea typeface="Arial"/>
                <a:cs typeface="Arial"/>
              </a:rPr>
              <a:t>第 11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B0BB1-2EAE-468D-9D3F-C134A37B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批处理思维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3E3DB-F798-465E-A966-8E4ABF7F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03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7DE37-8454-41F7-94E5-7EBCB133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D0B7F-9439-4619-B304-366E0D9A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批处理读取有限输入，生成确定的派生输出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不可变输入和可重跑任务简化故障恢复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吞吐通常比单条记录延迟更重要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423EF-ED24-4C3A-85CB-A0D18E6B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B4877-F5AC-431E-B6EF-568FB5D7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3259475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D59C0-CF9F-4C2F-8434-9610665B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5F6F52"/>
                </a:solidFill>
                <a:latin typeface="Arial"/>
                <a:ea typeface="Arial"/>
                <a:cs typeface="Arial"/>
              </a:rPr>
              <a:t>第 11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01488-DB83-489E-93D8-360265B9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批处理思维：设计权衡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65450-FA44-451F-A1CA-132259D7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04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03110-0488-4EB6-8CF3-2809C480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6ED77-29AF-413D-BE31-84ED3D1E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适用条件：批处理读取有限输入，生成确定的派生输出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20239798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6920D-1E91-4D07-8A20-07E86EE8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5F6F52"/>
                </a:solidFill>
                <a:latin typeface="Arial"/>
                <a:ea typeface="Arial"/>
                <a:cs typeface="Arial"/>
              </a:rPr>
              <a:t>第 11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39DBE-B607-438F-A2A6-AFBF924F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Unix 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B558C-ACAB-4ED2-9CD8-0797DB8C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05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5A2F0-056F-4948-85C3-0A691A64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4BE1E-A27E-4653-A190-B1202CF7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管道把小工具组合为数据处理流程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排序让大于内存的数据也能分组和连接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文本流接口简单，但缺少类型、模式和分布式调度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25AE1-E7ED-4269-BA9E-A5541A18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F4554-3AF7-4801-8AE6-4A383C28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3295212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923EA-5353-4147-82A0-0328E2A9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5F6F52"/>
                </a:solidFill>
                <a:latin typeface="Arial"/>
                <a:ea typeface="Arial"/>
                <a:cs typeface="Arial"/>
              </a:rPr>
              <a:t>第 11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949AA-0160-43DC-B49C-D973A7CD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Unix 工具：设计权衡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E1F77-2640-4AAF-867C-E7C4EFA1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06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6EC44-D0FF-4F67-AF23-4C806196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67A1E-F77B-439F-9300-AC803E29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适用条件：管道把小工具组合为数据处理流程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2719237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A1A29-A35F-4784-B772-7E218F65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5F6F52"/>
                </a:solidFill>
                <a:latin typeface="Arial"/>
                <a:ea typeface="Arial"/>
                <a:cs typeface="Arial"/>
              </a:rPr>
              <a:t>第 11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42B96-69D3-4FC6-AADA-366BA04D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分布式执行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6D346-74D3-4AB5-A60C-8FAA69BE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07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16A49-87DA-4C64-9ACF-56123801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161D3-9213-465C-B3C8-336F6862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分布式文件系统和对象存储提供共享输入输出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调度器把任务放到可用计算资源并重试失败任务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数据本地性在对象存储时代让位于网络与计算弹性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C3DA9-2DD3-4123-816C-1B448C60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18E40-F6D5-475C-AF3D-108DB799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8793125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F5BED-2C0E-4CC8-A748-E9F3F8E7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5F6F52"/>
                </a:solidFill>
                <a:latin typeface="Arial"/>
                <a:ea typeface="Arial"/>
                <a:cs typeface="Arial"/>
              </a:rPr>
              <a:t>第 11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5AEBF-7D1C-49BB-BC9E-E25E7B1B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分布式执行：设计权衡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C23CE-404A-4589-8C9D-1DD7A83D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08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3C3C6-190B-4221-AFF4-0FAD06CE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DFA4A-F032-46D2-9FCE-E2400328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适用条件：分布式文件系统和对象存储提供共享输入输出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8224063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66191-A5CB-4105-BCA9-C399DE10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5F6F52"/>
                </a:solidFill>
                <a:latin typeface="Arial"/>
                <a:ea typeface="Arial"/>
                <a:cs typeface="Arial"/>
              </a:rPr>
              <a:t>第 11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BE509-3C96-4870-969D-D45D4A8E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执行模型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EC052-A3AF-4A72-9372-515BC9C8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09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AD4BF-5CDF-432C-AEBB-DE62D35F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10B36-AFD7-4E83-8783-568BFFAD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MapReduce 用映射、洗牌和归约组织计算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数据流引擎把多阶段操作融合为执行图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洗牌通常是昂贵边界，决定网络、磁盘和延迟成本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35286-18D1-44A9-8DA2-FCE5FA4F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5BD85-1824-4D21-8CD9-429E5EEA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8895174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AF21A-47E6-4F5B-BC7A-A48174DD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5F6F52"/>
                </a:solidFill>
                <a:latin typeface="Arial"/>
                <a:ea typeface="Arial"/>
                <a:cs typeface="Arial"/>
              </a:rPr>
              <a:t>第 11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7B9D0-F6B0-4C20-85B2-059EA92A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执行模型：设计权衡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78AAC-2EE8-45A4-8368-73FF1F68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85E61-E6A3-483A-8AD5-C1335825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D6B38-4088-4B30-B965-D56225DD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适用条件：MapReduce 用映射、洗牌和归约组织计算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3346650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240A2-1937-462A-BA81-68606333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5F6F52"/>
                </a:solidFill>
                <a:latin typeface="Arial"/>
                <a:ea typeface="Arial"/>
                <a:cs typeface="Arial"/>
              </a:rPr>
              <a:t>第 11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FA08D-EB9F-468A-A1CF-14222E84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11-1：机制解释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117DC-8FED-49F3-A621-6D1D1CC4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b3b091ba24644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4E352-4490-4EAA-B954-308078A9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2E443-6185-477D-A977-E4FB65E8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数据先分区，再按键进行 Shuffle，最后并行合并。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3075E-CAA7-4470-B4C8-13D995C0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69034-AB96-4875-AF64-CFB343E7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Shuffle 和排序是主要的网络与磁盘成本边界。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B8166-3870-4FA0-A386-99DA1059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E11CC-5353-4C80-95FA-DCDE39FF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3779043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C2130-1AAC-4B1A-BBCE-6FD156FD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5F6F52"/>
                </a:solidFill>
                <a:latin typeface="Arial"/>
                <a:ea typeface="Arial"/>
                <a:cs typeface="Arial"/>
              </a:rPr>
              <a:t>第 11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6FB09-88AE-4404-93ED-5A8CD3F4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11-2：机制解释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D8954-9EC6-4EE7-BD2A-ED2735C9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349b1489e491c"/>
          <a:stretch xmlns:a="http://schemas.openxmlformats.org/drawingml/2006/main"/>
        </p:blipFill>
        <p:spPr>
          <a:xfrm xmlns:a="http://schemas.openxmlformats.org/drawingml/2006/main">
            <a:off x="514350" y="1501144"/>
            <a:ext cx="7762875" cy="433196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0994E-1473-4A4C-88ED-2414C0B3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7731E-6A90-4233-A50F-66FCA7C3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数据先分区，再按键进行 Shuffle，最后并行合并。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844AE-2C49-4595-924B-2DCB31CC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06DBC-0DD1-4154-A185-0CA6A571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Shuffle 和排序是主要的网络与磁盘成本边界。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E0D5E-EC55-41BC-97DC-B285AA77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7F78E-458F-41D4-8511-9203A286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3535974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61E15-7807-4E86-B74D-8F75EA14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5F6F52"/>
                </a:solidFill>
                <a:latin typeface="Arial"/>
                <a:ea typeface="Arial"/>
                <a:cs typeface="Arial"/>
              </a:rPr>
              <a:t>第 11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3F6D1-EFA4-4A7F-92F9-82BEEA0A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11-3：机制解释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DE545-A761-4FA0-975D-E5009BF0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0561e70304640"/>
          <a:stretch xmlns:a="http://schemas.openxmlformats.org/drawingml/2006/main"/>
        </p:blipFill>
        <p:spPr>
          <a:xfrm xmlns:a="http://schemas.openxmlformats.org/drawingml/2006/main">
            <a:off x="1217003" y="1285875"/>
            <a:ext cx="6357569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7147E-F473-4A35-81D5-5B1F77BC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AD1AA-002D-4B47-9D1A-022D8161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键、请求或索引项被分配到不同分区。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28B9B-E0D7-4AF8-91B0-089BE871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5127A-5B92-4317-8E31-728B133B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分配方式决定负载均衡、范围局部性、路由工作和再平衡成本。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EF912-3B0F-4649-9557-9D7B51FA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54FD3-7D47-4A0C-B100-E3D14FAB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3540785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EC8DF-5F0B-4442-91D6-9C5D52F7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5F6F52"/>
                </a:solidFill>
                <a:latin typeface="Arial"/>
                <a:ea typeface="Arial"/>
                <a:cs typeface="Arial"/>
              </a:rPr>
              <a:t>第 11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7FB4F-92CB-4747-85E6-1A6CF0B3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典型用途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7E017-5DA2-48AF-B7E3-257549E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2EA2C-DBD3-410B-9120-93340849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4FF98-F038-442C-9714-66CF98A5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ETL 清洗并重组数据供下游使用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分析与机器学习从历史数据生成模型和指标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服务型派生数据把批量结果加载到低延迟系统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454C9-8FB7-46B8-9938-B0E10935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6AF4F-FF5C-4C56-9BF2-7AD7D24D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3605338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76AD5-29C5-4336-8BB6-030206DE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5F6F52"/>
                </a:solidFill>
                <a:latin typeface="Arial"/>
                <a:ea typeface="Arial"/>
                <a:cs typeface="Arial"/>
              </a:rPr>
              <a:t>第 11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176A4-CC3F-480D-A490-011F80CE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典型用途：设计权衡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8C55F-FCE4-46E1-AEAC-F3106AA0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FF17A-18BF-4C7B-905D-C8FF506C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5F6F5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42774-C344-44B6-8E14-EBF9FE29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适用条件：ETL 清洗并重组数据供下游使用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2816367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9E648-E28D-4F43-862C-7933D8AE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5F6F52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5F6F52"/>
                </a:solidFill>
                <a:latin typeface="Arial"/>
                <a:ea typeface="Arial"/>
                <a:cs typeface="Arial"/>
              </a:rPr>
              <a:t>第 11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83BE2-F53D-4B52-8129-D77BC0D5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复习与应用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742AE-2AB6-4FF2-859B-96A6A5FB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D71BB-0052-4952-84B2-30535E35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9525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用一句话说明本章解决的核心问题。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选择一个机制，列出它成立所依赖的假设。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描述一个故障场景，并解释系统如何恢复。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把本章权衡应用到你正在设计的一个系统。</a:t>
            </a:r>
          </a:p>
        </p:txBody>
      </p:sp>
    </p:spTree>
    <p:extLst>
      <p:ext uri="{BB962C8B-B14F-4D97-AF65-F5344CB8AC3E}">
        <p14:creationId xmlns:p14="http://schemas.microsoft.com/office/powerpoint/2010/main" val="6567807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2026-09-27T19:47:49.8130000Z</dcterms:created>
  <dcterms:modified xsi:type="dcterms:W3CDTF">2026-09-27T19:47:49.8130000Z</dcterms:modified>
</coreProperties>
</file>