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d0d97b48b34d32" /><Relationship Type="http://schemas.openxmlformats.org/officeDocument/2006/relationships/extended-properties" Target="/docProps/app.xml" Id="R2a6ec71eabba4315" /><Relationship Type="http://schemas.openxmlformats.org/officeDocument/2006/relationships/officeDocument" Target="/ppt/presentation.xml" Id="R47b1f3ea22624f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e46672c1c4a93"/>
  </p:sldMasterIdLst>
  <p:notesMasterIdLst>
    <p:notesMasterId xmlns:r="http://schemas.openxmlformats.org/officeDocument/2006/relationships" r:id="Rc6572bde7696403c"/>
  </p:notesMasterIdLst>
  <p:sldIdLst>
    <p:sldId xmlns:r="http://schemas.openxmlformats.org/officeDocument/2006/relationships" id="256" r:id="R4d1c1d9daadc4d72"/>
    <p:sldId xmlns:r="http://schemas.openxmlformats.org/officeDocument/2006/relationships" id="257" r:id="Rd2527d658cd54e30"/>
    <p:sldId xmlns:r="http://schemas.openxmlformats.org/officeDocument/2006/relationships" id="258" r:id="R49d042e390054645"/>
    <p:sldId xmlns:r="http://schemas.openxmlformats.org/officeDocument/2006/relationships" id="259" r:id="R5927ff9201994711"/>
    <p:sldId xmlns:r="http://schemas.openxmlformats.org/officeDocument/2006/relationships" id="260" r:id="R0369e257b4074e1a"/>
    <p:sldId xmlns:r="http://schemas.openxmlformats.org/officeDocument/2006/relationships" id="261" r:id="R37dcfd408e2e4b8c"/>
    <p:sldId xmlns:r="http://schemas.openxmlformats.org/officeDocument/2006/relationships" id="262" r:id="R50b989445be94e5a"/>
    <p:sldId xmlns:r="http://schemas.openxmlformats.org/officeDocument/2006/relationships" id="263" r:id="R7a993c28ca0d4c5c"/>
    <p:sldId xmlns:r="http://schemas.openxmlformats.org/officeDocument/2006/relationships" id="264" r:id="R5c233095c88143a1"/>
    <p:sldId xmlns:r="http://schemas.openxmlformats.org/officeDocument/2006/relationships" id="265" r:id="R21f144ab13fb465c"/>
    <p:sldId xmlns:r="http://schemas.openxmlformats.org/officeDocument/2006/relationships" id="266" r:id="Re54c726a2f7d45b8"/>
    <p:sldId xmlns:r="http://schemas.openxmlformats.org/officeDocument/2006/relationships" id="267" r:id="R0afb2edfbfd04662"/>
    <p:sldId xmlns:r="http://schemas.openxmlformats.org/officeDocument/2006/relationships" id="268" r:id="Rf0b6d0183acc41bc"/>
    <p:sldId xmlns:r="http://schemas.openxmlformats.org/officeDocument/2006/relationships" id="269" r:id="Rd0eaf10a6ccc4123"/>
    <p:sldId xmlns:r="http://schemas.openxmlformats.org/officeDocument/2006/relationships" id="270" r:id="R2d1fef66c76d450c"/>
    <p:sldId xmlns:r="http://schemas.openxmlformats.org/officeDocument/2006/relationships" id="271" r:id="R1d8a1d44f90042e8"/>
    <p:sldId xmlns:r="http://schemas.openxmlformats.org/officeDocument/2006/relationships" id="272" r:id="Rba3de1eab8c34a5f"/>
    <p:sldId xmlns:r="http://schemas.openxmlformats.org/officeDocument/2006/relationships" id="273" r:id="Rd5030ce985964b90"/>
    <p:sldId xmlns:r="http://schemas.openxmlformats.org/officeDocument/2006/relationships" id="274" r:id="R4aa2bf58538a4ee5"/>
    <p:sldId xmlns:r="http://schemas.openxmlformats.org/officeDocument/2006/relationships" id="275" r:id="Rb66925daaf95417a"/>
    <p:sldId xmlns:r="http://schemas.openxmlformats.org/officeDocument/2006/relationships" id="276" r:id="Rdb1ad0a70c3b4c69"/>
    <p:sldId xmlns:r="http://schemas.openxmlformats.org/officeDocument/2006/relationships" id="277" r:id="R40dfe3887fa143f0"/>
    <p:sldId xmlns:r="http://schemas.openxmlformats.org/officeDocument/2006/relationships" id="278" r:id="Rf6d20f0337224bd3"/>
    <p:sldId xmlns:r="http://schemas.openxmlformats.org/officeDocument/2006/relationships" id="279" r:id="Rfecc234403c0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2e4de66e1469f" /><Relationship Type="http://schemas.openxmlformats.org/officeDocument/2006/relationships/slideMaster" Target="/ppt/slideMasters/slideMaster1.xml" Id="R32ce46672c1c4a93" /><Relationship Type="http://schemas.openxmlformats.org/officeDocument/2006/relationships/notesMaster" Target="/ppt/notesMasters/notesMaster1.xml" Id="Rc6572bde7696403c" /><Relationship Type="http://schemas.openxmlformats.org/officeDocument/2006/relationships/presProps" Target="/ppt/presProps.xml" Id="R39a6a809c3794553" /><Relationship Type="http://schemas.openxmlformats.org/officeDocument/2006/relationships/tableStyles" Target="/ppt/tableStyles.xml" Id="R6e159f5f6769433e" /><Relationship Type="http://schemas.openxmlformats.org/officeDocument/2006/relationships/slide" Target="/ppt/slides/slide1.xml" Id="R4d1c1d9daadc4d72" /><Relationship Type="http://schemas.openxmlformats.org/officeDocument/2006/relationships/slide" Target="/ppt/slides/slide2.xml" Id="Rd2527d658cd54e30" /><Relationship Type="http://schemas.openxmlformats.org/officeDocument/2006/relationships/slide" Target="/ppt/slides/slide3.xml" Id="R49d042e390054645" /><Relationship Type="http://schemas.openxmlformats.org/officeDocument/2006/relationships/slide" Target="/ppt/slides/slide4.xml" Id="R5927ff9201994711" /><Relationship Type="http://schemas.openxmlformats.org/officeDocument/2006/relationships/slide" Target="/ppt/slides/slide5.xml" Id="R0369e257b4074e1a" /><Relationship Type="http://schemas.openxmlformats.org/officeDocument/2006/relationships/slide" Target="/ppt/slides/slide6.xml" Id="R37dcfd408e2e4b8c" /><Relationship Type="http://schemas.openxmlformats.org/officeDocument/2006/relationships/slide" Target="/ppt/slides/slide7.xml" Id="R50b989445be94e5a" /><Relationship Type="http://schemas.openxmlformats.org/officeDocument/2006/relationships/slide" Target="/ppt/slides/slide8.xml" Id="R7a993c28ca0d4c5c" /><Relationship Type="http://schemas.openxmlformats.org/officeDocument/2006/relationships/slide" Target="/ppt/slides/slide9.xml" Id="R5c233095c88143a1" /><Relationship Type="http://schemas.openxmlformats.org/officeDocument/2006/relationships/slide" Target="/ppt/slides/slide10.xml" Id="R21f144ab13fb465c" /><Relationship Type="http://schemas.openxmlformats.org/officeDocument/2006/relationships/slide" Target="/ppt/slides/slide11.xml" Id="Re54c726a2f7d45b8" /><Relationship Type="http://schemas.openxmlformats.org/officeDocument/2006/relationships/slide" Target="/ppt/slides/slide12.xml" Id="R0afb2edfbfd04662" /><Relationship Type="http://schemas.openxmlformats.org/officeDocument/2006/relationships/slide" Target="/ppt/slides/slide13.xml" Id="Rf0b6d0183acc41bc" /><Relationship Type="http://schemas.openxmlformats.org/officeDocument/2006/relationships/slide" Target="/ppt/slides/slide14.xml" Id="Rd0eaf10a6ccc4123" /><Relationship Type="http://schemas.openxmlformats.org/officeDocument/2006/relationships/slide" Target="/ppt/slides/slide15.xml" Id="R2d1fef66c76d450c" /><Relationship Type="http://schemas.openxmlformats.org/officeDocument/2006/relationships/slide" Target="/ppt/slides/slide16.xml" Id="R1d8a1d44f90042e8" /><Relationship Type="http://schemas.openxmlformats.org/officeDocument/2006/relationships/slide" Target="/ppt/slides/slide17.xml" Id="Rba3de1eab8c34a5f" /><Relationship Type="http://schemas.openxmlformats.org/officeDocument/2006/relationships/slide" Target="/ppt/slides/slide18.xml" Id="Rd5030ce985964b90" /><Relationship Type="http://schemas.openxmlformats.org/officeDocument/2006/relationships/slide" Target="/ppt/slides/slide19.xml" Id="R4aa2bf58538a4ee5" /><Relationship Type="http://schemas.openxmlformats.org/officeDocument/2006/relationships/slide" Target="/ppt/slides/slide20.xml" Id="Rb66925daaf95417a" /><Relationship Type="http://schemas.openxmlformats.org/officeDocument/2006/relationships/slide" Target="/ppt/slides/slide21.xml" Id="Rdb1ad0a70c3b4c69" /><Relationship Type="http://schemas.openxmlformats.org/officeDocument/2006/relationships/slide" Target="/ppt/slides/slide22.xml" Id="R40dfe3887fa143f0" /><Relationship Type="http://schemas.openxmlformats.org/officeDocument/2006/relationships/slide" Target="/ppt/slides/slide23.xml" Id="Rf6d20f0337224bd3" /><Relationship Type="http://schemas.openxmlformats.org/officeDocument/2006/relationships/slide" Target="/ppt/slides/slide24.xml" Id="Rfecc234403c0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3606f0d8a1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7ab9a56054e9b" /><Relationship Type="http://schemas.openxmlformats.org/officeDocument/2006/relationships/notesMaster" Target="/ppt/notesMasters/notesMaster1.xml" Id="Rd4fe791e3d50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91266dc8643d6" /><Relationship Type="http://schemas.openxmlformats.org/officeDocument/2006/relationships/notesMaster" Target="/ppt/notesMasters/notesMaster1.xml" Id="Raafcf401379b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3a9df0cb8469e" /><Relationship Type="http://schemas.openxmlformats.org/officeDocument/2006/relationships/notesMaster" Target="/ppt/notesMasters/notesMaster1.xml" Id="Rf4961bdb2e7e45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fa994910724e36" /><Relationship Type="http://schemas.openxmlformats.org/officeDocument/2006/relationships/notesMaster" Target="/ppt/notesMasters/notesMaster1.xml" Id="Rcfa17903d4f0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bad9828a2484c" /><Relationship Type="http://schemas.openxmlformats.org/officeDocument/2006/relationships/notesMaster" Target="/ppt/notesMasters/notesMaster1.xml" Id="R163bb95986d545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953c1af5014c16" /><Relationship Type="http://schemas.openxmlformats.org/officeDocument/2006/relationships/notesMaster" Target="/ppt/notesMasters/notesMaster1.xml" Id="R54ea1e3036f5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cdf1ec9743413e" /><Relationship Type="http://schemas.openxmlformats.org/officeDocument/2006/relationships/notesMaster" Target="/ppt/notesMasters/notesMaster1.xml" Id="R70956f54bc8647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578a784354aa4" /><Relationship Type="http://schemas.openxmlformats.org/officeDocument/2006/relationships/notesMaster" Target="/ppt/notesMasters/notesMaster1.xml" Id="R32036a0773314c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16440ea62e4706" /><Relationship Type="http://schemas.openxmlformats.org/officeDocument/2006/relationships/notesMaster" Target="/ppt/notesMasters/notesMaster1.xml" Id="Rdc66752a740b42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f7b0fb65b4cc6" /><Relationship Type="http://schemas.openxmlformats.org/officeDocument/2006/relationships/notesMaster" Target="/ppt/notesMasters/notesMaster1.xml" Id="Rf8e8b29c261c4f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efb6b188474b8e" /><Relationship Type="http://schemas.openxmlformats.org/officeDocument/2006/relationships/notesMaster" Target="/ppt/notesMasters/notesMaster1.xml" Id="R2c17e02e262f48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6f5df4cf654abf" /><Relationship Type="http://schemas.openxmlformats.org/officeDocument/2006/relationships/notesMaster" Target="/ppt/notesMasters/notesMaster1.xml" Id="Rf9d76c67d4824a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a827d6d48541b6" /><Relationship Type="http://schemas.openxmlformats.org/officeDocument/2006/relationships/notesMaster" Target="/ppt/notesMasters/notesMaster1.xml" Id="Ra869b4be37dc42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3cb6e05e864dcc" /><Relationship Type="http://schemas.openxmlformats.org/officeDocument/2006/relationships/notesMaster" Target="/ppt/notesMasters/notesMaster1.xml" Id="R359e868ba02849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c073a7fde24449" /><Relationship Type="http://schemas.openxmlformats.org/officeDocument/2006/relationships/notesMaster" Target="/ppt/notesMasters/notesMaster1.xml" Id="R279dca0c3dbe42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9b386623fc4b54" /><Relationship Type="http://schemas.openxmlformats.org/officeDocument/2006/relationships/notesMaster" Target="/ppt/notesMasters/notesMaster1.xml" Id="R357c2f04dc094a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3ba62891874884" /><Relationship Type="http://schemas.openxmlformats.org/officeDocument/2006/relationships/notesMaster" Target="/ppt/notesMasters/notesMaster1.xml" Id="R04c1d57048ca4c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9ea04c40184a10" /><Relationship Type="http://schemas.openxmlformats.org/officeDocument/2006/relationships/notesMaster" Target="/ppt/notesMasters/notesMaster1.xml" Id="Rc9a7902d769044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1c7cc0ec684bbd" /><Relationship Type="http://schemas.openxmlformats.org/officeDocument/2006/relationships/notesMaster" Target="/ppt/notesMasters/notesMaster1.xml" Id="R5710545b8a2842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207a3750054e51" /><Relationship Type="http://schemas.openxmlformats.org/officeDocument/2006/relationships/notesMaster" Target="/ppt/notesMasters/notesMaster1.xml" Id="R8218765709ed4a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d3bf0da8eb4ba9" /><Relationship Type="http://schemas.openxmlformats.org/officeDocument/2006/relationships/notesMaster" Target="/ppt/notesMasters/notesMaster1.xml" Id="Rbfb3e27cbaee43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816a2e69d14a57" /><Relationship Type="http://schemas.openxmlformats.org/officeDocument/2006/relationships/notesMaster" Target="/ppt/notesMasters/notesMaster1.xml" Id="R4f48fa047b9d46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f63601b08b40ea" /><Relationship Type="http://schemas.openxmlformats.org/officeDocument/2006/relationships/notesMaster" Target="/ppt/notesMasters/notesMaster1.xml" Id="Re10e7726943745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e848dd666740be" /><Relationship Type="http://schemas.openxmlformats.org/officeDocument/2006/relationships/notesMaster" Target="/ppt/notesMasters/notesMaster1.xml" Id="R7bb3f3377fad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4-1, PDF page 142. Original caption: Figure 4-1. Storing a log of key-value pairs in a CSV-like format, indexed with an</a:t>
            </a:r>
          </a:p>
          <a:p xmlns:a="http://schemas.openxmlformats.org/drawingml/2006/main">
            <a:r>
              <a:t>Explanation: 该图具体展示：Storing a log of key-value pairs in a CSV-like format, indexed with an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4-2, PDF page 143. Original caption: Figure 4-2. An SSTable with a sparse index, allowing queries to jump to the right block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4-3, PDF page 145. Original caption: Figure 4-3. Merging several SSTable segments, retaining only the most recent value for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4-4, PDF page 147. Original caption: Figure 4-4. A Bloom filter provides a fast, probabilistic check on whether a particular key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4-5, PDF page 150. Original caption: Figure 4-5. Looking up key 251 by using a B-tree index. From the root page, we first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4-6, PDF page 151. Original caption: Figure 4-6. Growing a B-tree by splitting a page on the boundary key 337. The parent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4-7, PDF page 162. Original caption: Figure 4-7. Storing relational data by column rather than by row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4-8, PDF page 163. Original caption: Figure 4-8. Compressed, bitmap-indexed storage of a single column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4-9, PDF page 167. Original caption: Figure 4-9. A bitwise AND between two bitmaps lends itself to vectorization.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4-10, PDF page 168. Original caption: Figure 4-10. Two dimensions of a data cube, aggregating data by summing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Figure 4-11, PDF page 173. Original caption: Figure 4-11. Searching for the database entry that is closest to a given query vector in an</a:t>
            </a:r>
          </a:p>
          <a:p xmlns:a="http://schemas.openxmlformats.org/drawingml/2006/main">
            <a:r>
              <a:t>Explanation: 该图展示用于加速读写的底层数据结构。 性能来自数据布局或预计算，同时会增加写入、空间或维护成本。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4, book pages 115-150.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741aa1d76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f3cd45abc4428" /><Relationship Type="http://schemas.openxmlformats.org/officeDocument/2006/relationships/slideLayout" Target="/ppt/slideLayouts/slideLayout1.xml" Id="R393ebf348f0d4b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ebf348f0d4b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b988132a44eaa" /><Relationship Type="http://schemas.openxmlformats.org/officeDocument/2006/relationships/notesSlide" Target="/ppt/notesSlides/notesSlide1.xml" Id="R8d1e0064f758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8365b3af44156" /><Relationship Type="http://schemas.openxmlformats.org/officeDocument/2006/relationships/notesSlide" Target="/ppt/notesSlides/notesSlide2.xml" Id="Rd714ddbaa4aa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026f9b06449ba" /><Relationship Type="http://schemas.openxmlformats.org/officeDocument/2006/relationships/notesSlide" Target="/ppt/notesSlides/notesSlide3.xml" Id="Rf44a5c664e154f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15172e23a4de3" /><Relationship Type="http://schemas.openxmlformats.org/officeDocument/2006/relationships/notesSlide" Target="/ppt/notesSlides/notesSlide4.xml" Id="Re61cac24a1b741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181102de45eb" /><Relationship Type="http://schemas.openxmlformats.org/officeDocument/2006/relationships/image" Target="/ppt/media/image.png" Id="Rcc47b5106b5443f5" /><Relationship Type="http://schemas.openxmlformats.org/officeDocument/2006/relationships/notesSlide" Target="/ppt/notesSlides/notesSlide5.xml" Id="Ra841177678ba41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dddf2cabf44f4" /><Relationship Type="http://schemas.openxmlformats.org/officeDocument/2006/relationships/notesSlide" Target="/ppt/notesSlides/notesSlide6.xml" Id="R9cdb0b66272047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73c85ab654545" /><Relationship Type="http://schemas.openxmlformats.org/officeDocument/2006/relationships/notesSlide" Target="/ppt/notesSlides/notesSlide7.xml" Id="R873f11bf29c040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637e92fe4ba5" /><Relationship Type="http://schemas.openxmlformats.org/officeDocument/2006/relationships/image" Target="/ppt/media/image2.png" Id="R647eec14d31340f1" /><Relationship Type="http://schemas.openxmlformats.org/officeDocument/2006/relationships/notesSlide" Target="/ppt/notesSlides/notesSlide8.xml" Id="R0cf707e6a49d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25c4b223490e" /><Relationship Type="http://schemas.openxmlformats.org/officeDocument/2006/relationships/image" Target="/ppt/media/image3.png" Id="R8a79e670db154c22" /><Relationship Type="http://schemas.openxmlformats.org/officeDocument/2006/relationships/notesSlide" Target="/ppt/notesSlides/notesSlide9.xml" Id="R42d0b34a24bc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c4a66faa34c7b" /><Relationship Type="http://schemas.openxmlformats.org/officeDocument/2006/relationships/image" Target="/ppt/media/image4.png" Id="R49cacb31ea624b14" /><Relationship Type="http://schemas.openxmlformats.org/officeDocument/2006/relationships/notesSlide" Target="/ppt/notesSlides/notesSlide10.xml" Id="R82d41e9cf7e946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37ed301341e1" /><Relationship Type="http://schemas.openxmlformats.org/officeDocument/2006/relationships/notesSlide" Target="/ppt/notesSlides/notesSlide11.xml" Id="Rf21956a349c041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71b72b8b148a9" /><Relationship Type="http://schemas.openxmlformats.org/officeDocument/2006/relationships/notesSlide" Target="/ppt/notesSlides/notesSlide12.xml" Id="Ra131e412ca864f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af672c6674477" /><Relationship Type="http://schemas.openxmlformats.org/officeDocument/2006/relationships/image" Target="/ppt/media/image5.png" Id="Rd6e0be5157a1498a" /><Relationship Type="http://schemas.openxmlformats.org/officeDocument/2006/relationships/notesSlide" Target="/ppt/notesSlides/notesSlide13.xml" Id="Re263e254393e46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8eec5a174c58" /><Relationship Type="http://schemas.openxmlformats.org/officeDocument/2006/relationships/image" Target="/ppt/media/image6.png" Id="Rb2404d725de64f72" /><Relationship Type="http://schemas.openxmlformats.org/officeDocument/2006/relationships/notesSlide" Target="/ppt/notesSlides/notesSlide14.xml" Id="R59a8baa554ef40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32266437041c9" /><Relationship Type="http://schemas.openxmlformats.org/officeDocument/2006/relationships/notesSlide" Target="/ppt/notesSlides/notesSlide15.xml" Id="R659ec6cc60bd4f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4e038d8ee4209" /><Relationship Type="http://schemas.openxmlformats.org/officeDocument/2006/relationships/notesSlide" Target="/ppt/notesSlides/notesSlide16.xml" Id="Rf42d67ca2f744d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d5838409d48c4" /><Relationship Type="http://schemas.openxmlformats.org/officeDocument/2006/relationships/image" Target="/ppt/media/image7.png" Id="R4e6efa2a8d0b4662" /><Relationship Type="http://schemas.openxmlformats.org/officeDocument/2006/relationships/notesSlide" Target="/ppt/notesSlides/notesSlide17.xml" Id="R7428eef4d6c046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5d3ac62cc4a83" /><Relationship Type="http://schemas.openxmlformats.org/officeDocument/2006/relationships/image" Target="/ppt/media/image8.png" Id="Rc68293e61a8c4d88" /><Relationship Type="http://schemas.openxmlformats.org/officeDocument/2006/relationships/notesSlide" Target="/ppt/notesSlides/notesSlide18.xml" Id="Rc53653bf2ebc47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855392634942" /><Relationship Type="http://schemas.openxmlformats.org/officeDocument/2006/relationships/image" Target="/ppt/media/image9.png" Id="Rfc20c14d93c5446a" /><Relationship Type="http://schemas.openxmlformats.org/officeDocument/2006/relationships/notesSlide" Target="/ppt/notesSlides/notesSlide19.xml" Id="Rd347e4b8428a4f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1a9cf946946ab" /><Relationship Type="http://schemas.openxmlformats.org/officeDocument/2006/relationships/image" Target="/ppt/media/image10.png" Id="Rab4f1ed143d645aa" /><Relationship Type="http://schemas.openxmlformats.org/officeDocument/2006/relationships/notesSlide" Target="/ppt/notesSlides/notesSlide20.xml" Id="R9b56155d6b9245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c14bda3f74ab8" /><Relationship Type="http://schemas.openxmlformats.org/officeDocument/2006/relationships/notesSlide" Target="/ppt/notesSlides/notesSlide21.xml" Id="R5b6caeed9cde45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a78c3fa264e4d" /><Relationship Type="http://schemas.openxmlformats.org/officeDocument/2006/relationships/notesSlide" Target="/ppt/notesSlides/notesSlide22.xml" Id="Ra907fbc9bc994d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a400e95414fc6" /><Relationship Type="http://schemas.openxmlformats.org/officeDocument/2006/relationships/image" Target="/ppt/media/image11.png" Id="R6875037c3a174e78" /><Relationship Type="http://schemas.openxmlformats.org/officeDocument/2006/relationships/notesSlide" Target="/ppt/notesSlides/notesSlide23.xml" Id="Rad1ad9855f5446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a2be8a214257" /><Relationship Type="http://schemas.openxmlformats.org/officeDocument/2006/relationships/notesSlide" Target="/ppt/notesSlides/notesSlide24.xml" Id="R4e428b17df4746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019B-6621-4E96-A1E3-CBCA15A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6E9C4-7031-44AF-AF4F-5BA0C2D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存储与检索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20D5-C091-4F21-BBCA-CB2BDE6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Storage and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3CC55-BF0B-43A3-9978-0C62EAE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014DE-5779-4879-8C3D-8DECE7E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24</a:t>
            </a:r>
          </a:p>
        </p:txBody>
      </p:sp>
    </p:spTree>
    <p:extLst>
      <p:ext uri="{BB962C8B-B14F-4D97-AF65-F5344CB8AC3E}">
        <p14:creationId xmlns:p14="http://schemas.microsoft.com/office/powerpoint/2010/main" val="2015343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AA4BC-A274-4C5F-B62A-0CD92A8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48DE-5C8E-4F14-A1A1-67FEB940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494D-78E3-42E1-8E37-909FFA9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F276E-1C73-4499-9E70-BF80D99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EA498-5ACB-4FED-9F48-F827F58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OLTP 存储引擎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DBAF8-61BB-418B-B54A-DA7D26AD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日志结构存储把随机写转换为顺序追加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7AD14-B3E9-408C-8C1A-9F33C0A4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B0E72-AF44-4F1C-A3C0-402C433E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LSM 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CE208-6262-4E60-9E82-2FA0519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写入先进入内存表，再刷成有序文件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201EB-EF38-4387-8AA3-BFF9AB4E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F2500-D51A-47D0-89CC-4ABBE98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 树与索引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85D85-6747-4402-8EB7-1C90AF2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页分裂和预写日志保证更新可恢复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4AE48-8EAC-47A3-93DE-9CED993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1B142-BF03-44D5-AF40-41D3DF3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分析型存储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02BD2-E746-48E5-BB4C-17BCAA2E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列式存储只读取查询需要的列，并获得更好压缩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CF01D-C6DF-4DC9-9710-22BB030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E1787-816E-4086-8137-80B2AF4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新型索引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14E5A-EFBF-4894-A29B-A921076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全文索引服务词项检索和相关性排序</a:t>
            </a:r>
          </a:p>
        </p:txBody>
      </p:sp>
    </p:spTree>
    <p:extLst>
      <p:ext uri="{BB962C8B-B14F-4D97-AF65-F5344CB8AC3E}">
        <p14:creationId xmlns:p14="http://schemas.microsoft.com/office/powerpoint/2010/main" val="1580222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19B2F-1E74-41DF-969E-295297E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A1CF2-D241-4FB4-8998-FAD4EB8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OLTP 存储引擎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24F24-54C5-4312-879F-D148072D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179FE-D5E5-4559-99D5-84CE085C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4071F-F933-4060-9A16-B5FCB00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日志结构存储把随机写转换为顺序追加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B 树原地维护有序页，点查和范围查询稳定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两者都围绕写放大、读放大和空间放大做权衡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37B86-F4F5-4A4F-8082-81E8768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38144-324D-4025-B4E4-BA51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487961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2BEA5-064B-4E0F-8767-AAF2512F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F43D7-9132-4B10-9C57-465590D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OLTP 存储引擎：设计权衡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7EBE5-5D74-4F13-A801-000F9B2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E9889-69CA-4D93-9685-7D31D54F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85AEA-8F55-48A0-8729-6438EBE1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适用条件：日志结构存储把随机写转换为顺序追加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09087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590E-A21B-45BB-92BB-DEFA362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6F35A-930A-4F1A-B54E-4F6375D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C4DE9-C497-4F0D-85E7-17C6811C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7b5106b5443f5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949A9-D523-4D55-8EFF-C94A621E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FD8B8-780F-4EA1-9482-EBA2589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该图具体展示：Storing a log of key-value pairs in a CSV-like format, indexed with 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F8865-701C-4209-8981-14F1FCB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E6FBE-F63B-435F-9A2E-AE7B72D3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689D9-569B-4B7A-8055-97DC709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E586A-45E2-4934-A22B-9C06B25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139734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B95DA-4441-41AF-BCD5-D51527E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2BE9-172C-4E98-9A2D-D75D246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LSM 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91EB9-C06D-42F1-8F4B-C31A2B19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57EF-53B3-4DD9-8B7C-FFFE43E2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BFB73-7979-4D2E-9726-36A41A8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写入先进入内存表，再刷成有序文件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后台合并整理层级并清除旧版本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布隆过滤器和分层策略减少无效读取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B0965-E436-4BCF-9A87-DD1CE214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771B4-969C-47FA-85AF-51DB885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044454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76811-D658-4632-B08E-43C7344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471B7-475B-4B0E-884D-01B79131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LSM 树：设计权衡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B33F5-D942-43CF-9CF9-6170C4A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05991-7F16-4329-B539-FA79160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A3448-E6C9-48DC-9906-AFBEA9E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适用条件：写入先进入内存表，再刷成有序文件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835055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4BF0E-3F36-4443-A56E-3A7D6615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71BA7-F149-4A4C-8500-66783108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89315-2E94-4F55-8AA7-AF2DD63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eec14d31340f1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E01D8-7A6F-4190-998D-E53063A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713B9-630B-4788-8CFF-55CD4EF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31577-BEEC-4D1D-AE5B-3A232079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A085A-EA30-4ED6-89C9-97AA3772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F4A03-6301-4C53-ABF5-A3489D2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3A980-F961-46DC-B893-13F4F6E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29785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3CB23-FDB0-4E13-A8B2-A99E344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00BE6-B11A-4D59-B477-87086B7D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C5986-C810-40BA-9B39-95669EE7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9e670db154c22"/>
          <a:stretch xmlns:a="http://schemas.openxmlformats.org/drawingml/2006/main"/>
        </p:blipFill>
        <p:spPr>
          <a:xfrm xmlns:a="http://schemas.openxmlformats.org/drawingml/2006/main">
            <a:off x="1213210" y="1285875"/>
            <a:ext cx="636515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9D38C-C915-4DEC-8712-D555EE00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BA66-7CE4-4FB7-830E-BFA67F2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F0F9-68A7-4913-B41E-861029F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75ABA-7BBD-41B2-B8C7-4907F75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B751-3409-4C0C-B474-2F42F2F4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392F-D91C-409A-AF7A-EE0991C0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278252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96FC3-68BD-4973-8277-33028FA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48249-6629-467B-81A0-39BF0FCC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F5FEB-7E31-4279-9E20-45D32F4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acb31ea624b14"/>
          <a:stretch xmlns:a="http://schemas.openxmlformats.org/drawingml/2006/main"/>
        </p:blipFill>
        <p:spPr>
          <a:xfrm xmlns:a="http://schemas.openxmlformats.org/drawingml/2006/main">
            <a:off x="514350" y="1518472"/>
            <a:ext cx="7762875" cy="42973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B1A70-3BA3-4F6E-8048-3ACEE6AB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B8DEA-D14B-4D68-8289-23A5F030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653F6-CE00-49B3-94D0-4B174289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106BA-42D5-44C9-8C7B-9C8AA9F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1A6B6-363E-4439-8C74-9D362A76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5752C-E40E-4FCA-A2B5-DE8B6B2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833283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0A414-6D7F-43B6-9E55-3ACCB7A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9E3-8451-4069-87A7-F51196B3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 树与索引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A8B1-6810-48ED-B02D-B1EE744A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4A75D-C8B8-445C-A244-62619C4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0C367-99EE-4017-BEFB-63957EE6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页分裂和预写日志保证更新可恢复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复合索引的列顺序决定可支持的查询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覆盖索引可减少回表，但会增加写入与存储成本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91AB9-7C24-46CC-AD34-CBBC877F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10749-7900-4BA6-8AB5-386A3458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468538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C5574-0430-4288-B004-F5143EC6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A4AB-46E0-4BD8-A162-48C52C4A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 树与索引：设计权衡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39CFA-21D4-427A-BA08-BE57438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59C09-5CE8-479A-98D6-62985F1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8AE69-A8F0-45D7-B6B0-C8C74C7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适用条件：页分裂和预写日志保证更新可恢复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034209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FBEFC-B419-414F-BCD4-3AE4480D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B27BC-8739-4D88-BC71-374656E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4553B-B0EE-412D-AF37-EC8624B8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0be5157a1498a"/>
          <a:stretch xmlns:a="http://schemas.openxmlformats.org/drawingml/2006/main"/>
        </p:blipFill>
        <p:spPr>
          <a:xfrm xmlns:a="http://schemas.openxmlformats.org/drawingml/2006/main">
            <a:off x="941124" y="1285875"/>
            <a:ext cx="6909326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0BBC-8500-43BA-92DC-9D0DE498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97D4-62A4-4D6A-B661-395B8A7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067E5-EFC4-40FA-91DB-5CEA3A3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0C4D7-F8AC-4C74-B72A-2461A6B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3578E-0998-400E-8544-3334B3C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19BE-D824-4AA7-B0A9-F46561D5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244940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2A702-0A32-4474-B140-547A540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546DD-CDFB-4678-A8B6-98DE871F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3C30A-4287-46D1-8329-4A28709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04d725de64f72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87F72-5587-4AA3-8138-C7A916B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5146-FAB0-405A-88F2-EE19FDC7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3F981-D964-4DB2-8AD8-968F53FB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CCCE4-ADF6-4B2C-B928-FE9F853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95C8-4C4B-48F7-A214-46177B9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14D28-860B-4CD6-9373-06C051FB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66668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8BEEC-499A-4D6F-A940-133095A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C396E-37F5-4280-A497-78CFD2A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分析型存储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04FE6-CABF-49C6-B922-7376637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4CFE8-24B3-4CF6-9839-0C90989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575AF-736E-457A-B737-604E527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列式存储只读取查询需要的列，并获得更好压缩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向量化执行让 CPU 对批量数据高效运算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物化视图和数据立方体用预计算换取查询速度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85636-F54E-4F50-8471-02F2327E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CA169-98E7-4452-B1DB-0E13B08B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108940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352B1-1704-4A39-82EB-A7A6A6A0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57E1E-37EE-4828-8A39-E2EA591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分析型存储：设计权衡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CF72A-9700-4AFC-8647-AE1D037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B5874-0260-40A2-AEDD-EC8A044C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AA6B0-7896-4B11-A93E-BFB77A7B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适用条件：列式存储只读取查询需要的列，并获得更好压缩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870532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5E77B-2F5F-472B-9965-D5A9D7A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73C0-BCF9-4483-88B1-E4E4D6A4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36F1F-ED50-4A35-927A-114A9FD0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efa2a8d0b4662"/>
          <a:stretch xmlns:a="http://schemas.openxmlformats.org/drawingml/2006/main"/>
        </p:blipFill>
        <p:spPr>
          <a:xfrm xmlns:a="http://schemas.openxmlformats.org/drawingml/2006/main">
            <a:off x="1232086" y="1285875"/>
            <a:ext cx="6327402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28DA2-3045-4E6C-8E9D-D7C998DB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A552B-3D38-415D-9524-DFD7DAC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A3CA4-7BA4-41E3-A059-38E5AE5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6C6DE-1774-4207-8FCB-C2B8C7F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D0723-7F58-437E-A0C6-27DC3D8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ECC84-F869-4C1D-8867-E46E1C8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7256133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2254C-F91B-4DED-9B05-B9980E0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5E320-C49D-41F9-91C5-4E02BCF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11168-1A0A-4481-AB02-262AC707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293e61a8c4d8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B4A1B-F433-4646-86A8-7D2FDE3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5FB7-CA48-4131-BF20-225663B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1A07-2813-4F99-99E7-4FAF890B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2D271-9199-43C1-B5DA-A4FB7100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0108B-393E-4636-AA54-FC7E7E12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4CA25-065A-46DA-9D4D-135B3C6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5144942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417A3-FFDA-4C9A-89D8-249ABEB5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B62B9-6B92-402A-8B91-9CAEAAE5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94B0B-F838-4757-B167-DA4E6D9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0c14d93c5446a"/>
          <a:stretch xmlns:a="http://schemas.openxmlformats.org/drawingml/2006/main"/>
        </p:blipFill>
        <p:spPr>
          <a:xfrm xmlns:a="http://schemas.openxmlformats.org/drawingml/2006/main">
            <a:off x="514350" y="1369453"/>
            <a:ext cx="7762875" cy="45953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452F1-7F4F-47FD-AC52-8DC6493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14BAA-1549-4542-A729-5CED855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D9E4C-B715-4415-AC69-CAA572D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6F467-631A-4015-AE5A-58BA0BC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7D31-C475-4BAA-BFD7-5DDAA648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53976-79B7-4C14-9425-12DAABF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15525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E6417-FE03-46AD-AFE0-E7C0E15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0D18A-7B93-4754-940E-C7CB291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4-10：机制解释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AC34A-4A3D-4C71-9F43-9083661E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1ed143d645aa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00ED9-FDD4-46EA-BB57-BB6374D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D9781-A7C1-4CE9-AB0B-DCBFE1F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1EFF8-A853-411B-A9D7-08FED22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AE13D-246B-488D-ABA7-EDC6E0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D630C-4D1B-4D44-89D2-862DAF4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6A1CC-6F5E-4A64-B13E-07D745B5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2385653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F27AB-FD74-41BC-A5A6-F8A82CB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D732-65A9-4313-86FD-CBE2250C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新型索引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7251-3F3E-4650-802D-BF570055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EF747-FE8F-4046-8DC9-2DE6474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E6736-17FE-4138-A34D-2969DDE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全文索引服务词项检索和相关性排序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多维索引支持地理、时间和组合条件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向量索引用近似最近邻加速语义相似搜索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5A71E-8F12-4319-B250-D83F09CD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A8F26-6DC9-4216-8FFE-F743814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754384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2C8C9-9C0C-46B2-9E75-103C296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15C6A-CFC5-4EE3-A019-8A4D28D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新型索引：设计权衡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3BB26-56C7-43BA-A0A5-09DA2F8D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1E79B-3A31-487F-AE07-451A56C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BDB46-3EDC-4605-B7A3-DEF8F767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适用条件：全文索引服务词项检索和相关性排序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0382350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6693A-DD05-4E37-A65C-760CEFE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36B21-6F22-49F1-9067-0CBAAB2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4-11：机制解释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1A534-7D62-4FD6-BDD0-147DA01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5037c3a174e7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94C12-6B5F-4D65-A47A-98F6F71E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C9EA-E7C0-4163-B380-27145622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该图展示用于加速读写的底层数据结构。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8025F-BEAB-4369-AFF1-B721F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76CDA-6B37-49A2-B51C-BA1CB6CE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性能来自数据布局或预计算，同时会增加写入、空间或维护成本。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E6F5-1F9A-4243-BA26-8A66B0EC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FA7B1-2E0C-4A70-815B-F41EF1F9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9035418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43BEF-315F-4468-B3FA-159C638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4A261"/>
                </a:solidFill>
                <a:latin typeface="Arial"/>
                <a:ea typeface="Arial"/>
                <a:cs typeface="Arial"/>
              </a:rPr>
              <a:t>第 04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36A98-DE75-4DF2-A0AC-C41A2EC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06343-E850-44A2-836A-7EBEA0B8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92488-D3D0-432B-BDA6-9077664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867640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2026-09-27T19:47:11.9760000Z</dcterms:created>
  <dcterms:modified xsi:type="dcterms:W3CDTF">2026-09-27T19:47:11.9760000Z</dcterms:modified>
</coreProperties>
</file>